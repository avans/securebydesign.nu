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5.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6.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25" r:id="rId5"/>
    <p:sldMasterId id="2147483747" r:id="rId6"/>
    <p:sldMasterId id="2147483757" r:id="rId7"/>
    <p:sldMasterId id="2147483770" r:id="rId8"/>
    <p:sldMasterId id="2147483788" r:id="rId9"/>
    <p:sldMasterId id="2147483808" r:id="rId10"/>
  </p:sldMasterIdLst>
  <p:notesMasterIdLst>
    <p:notesMasterId r:id="rId26"/>
  </p:notesMasterIdLst>
  <p:handoutMasterIdLst>
    <p:handoutMasterId r:id="rId27"/>
  </p:handoutMasterIdLst>
  <p:sldIdLst>
    <p:sldId id="296" r:id="rId11"/>
    <p:sldId id="373" r:id="rId12"/>
    <p:sldId id="377" r:id="rId13"/>
    <p:sldId id="378" r:id="rId14"/>
    <p:sldId id="385" r:id="rId15"/>
    <p:sldId id="389" r:id="rId16"/>
    <p:sldId id="379" r:id="rId17"/>
    <p:sldId id="380" r:id="rId18"/>
    <p:sldId id="381" r:id="rId19"/>
    <p:sldId id="382" r:id="rId20"/>
    <p:sldId id="386" r:id="rId21"/>
    <p:sldId id="387" r:id="rId22"/>
    <p:sldId id="383" r:id="rId23"/>
    <p:sldId id="388" r:id="rId24"/>
    <p:sldId id="384" r:id="rId25"/>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slides" id="{9D74B38D-6377-4537-B2EE-A3A4E18558C0}">
          <p14:sldIdLst>
            <p14:sldId id="296"/>
            <p14:sldId id="373"/>
            <p14:sldId id="377"/>
            <p14:sldId id="378"/>
            <p14:sldId id="385"/>
            <p14:sldId id="389"/>
            <p14:sldId id="379"/>
            <p14:sldId id="380"/>
            <p14:sldId id="381"/>
            <p14:sldId id="382"/>
            <p14:sldId id="386"/>
            <p14:sldId id="387"/>
            <p14:sldId id="383"/>
            <p14:sldId id="388"/>
            <p14:sldId id="38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Charona Poeran" initials="CP" lastIdx="10" clrIdx="6">
    <p:extLst>
      <p:ext uri="{19B8F6BF-5375-455C-9EA6-DF929625EA0E}">
        <p15:presenceInfo xmlns:p15="http://schemas.microsoft.com/office/powerpoint/2012/main" userId="S::charona@pptsolutions.nl::31e765e8-58bd-4a74-9304-1ec89276a712" providerId="AD"/>
      </p:ext>
    </p:extLst>
  </p:cmAuthor>
  <p:cmAuthor id="1" name="Jelle de Korte" initials="JdK" lastIdx="1" clrIdx="0">
    <p:extLst>
      <p:ext uri="{19B8F6BF-5375-455C-9EA6-DF929625EA0E}">
        <p15:presenceInfo xmlns:p15="http://schemas.microsoft.com/office/powerpoint/2012/main" userId="Jelle de Korte" providerId="None"/>
      </p:ext>
    </p:extLst>
  </p:cmAuthor>
  <p:cmAuthor id="2" name="Kelsey Luhrman" initials="KL" lastIdx="2" clrIdx="1">
    <p:extLst>
      <p:ext uri="{19B8F6BF-5375-455C-9EA6-DF929625EA0E}">
        <p15:presenceInfo xmlns:p15="http://schemas.microsoft.com/office/powerpoint/2012/main" userId="S::kelsey@pptsolutions.nl::247c6756-96f6-4951-9417-041a4abadbc7" providerId="AD"/>
      </p:ext>
    </p:extLst>
  </p:cmAuthor>
  <p:cmAuthor id="3" name="Silvana Salamur" initials="SS" lastIdx="3" clrIdx="2">
    <p:extLst>
      <p:ext uri="{19B8F6BF-5375-455C-9EA6-DF929625EA0E}">
        <p15:presenceInfo xmlns:p15="http://schemas.microsoft.com/office/powerpoint/2012/main" userId="S::silvana@pptsolutions.nl::3aac54fb-3c7d-4ddc-aed0-f12c2c4488ad" providerId="AD"/>
      </p:ext>
    </p:extLst>
  </p:cmAuthor>
  <p:cmAuthor id="4" name="Eline Schoe" initials="ES" lastIdx="19" clrIdx="3">
    <p:extLst>
      <p:ext uri="{19B8F6BF-5375-455C-9EA6-DF929625EA0E}">
        <p15:presenceInfo xmlns:p15="http://schemas.microsoft.com/office/powerpoint/2012/main" userId="S::eline@pptstudios.nl::7e4c73be-f3d4-44a9-856c-7951ddeb280c" providerId="AD"/>
      </p:ext>
    </p:extLst>
  </p:cmAuthor>
  <p:cmAuthor id="5" name="Martyna Dziarnowska" initials="MD" lastIdx="8" clrIdx="4">
    <p:extLst>
      <p:ext uri="{19B8F6BF-5375-455C-9EA6-DF929625EA0E}">
        <p15:presenceInfo xmlns:p15="http://schemas.microsoft.com/office/powerpoint/2012/main" userId="S::martyna@pptsolutions.nl::86dfe841-816e-4f6c-a274-8b345ffb85d3" providerId="AD"/>
      </p:ext>
    </p:extLst>
  </p:cmAuthor>
  <p:cmAuthor id="6" name="Victor Hurks" initials="VH" lastIdx="16" clrIdx="5">
    <p:extLst>
      <p:ext uri="{19B8F6BF-5375-455C-9EA6-DF929625EA0E}">
        <p15:presenceInfo xmlns:p15="http://schemas.microsoft.com/office/powerpoint/2012/main" userId="S::victor@pptsolutions.nl::e167889c-9689-4d68-9f16-74eb60f289f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C4C4"/>
    <a:srgbClr val="464250"/>
    <a:srgbClr val="373440"/>
    <a:srgbClr val="EC008C"/>
    <a:srgbClr val="FA006B"/>
    <a:srgbClr val="211F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31" autoAdjust="0"/>
    <p:restoredTop sz="96081" autoAdjust="0"/>
  </p:normalViewPr>
  <p:slideViewPr>
    <p:cSldViewPr snapToGrid="0">
      <p:cViewPr varScale="1">
        <p:scale>
          <a:sx n="127" d="100"/>
          <a:sy n="127" d="100"/>
        </p:scale>
        <p:origin x="384" y="192"/>
      </p:cViewPr>
      <p:guideLst/>
    </p:cSldViewPr>
  </p:slideViewPr>
  <p:notesTextViewPr>
    <p:cViewPr>
      <p:scale>
        <a:sx n="3" d="2"/>
        <a:sy n="3" d="2"/>
      </p:scale>
      <p:origin x="0" y="0"/>
    </p:cViewPr>
  </p:notesTextViewPr>
  <p:notesViewPr>
    <p:cSldViewPr snapToGrid="0" showGuides="1">
      <p:cViewPr varScale="1">
        <p:scale>
          <a:sx n="88" d="100"/>
          <a:sy n="88" d="100"/>
        </p:scale>
        <p:origin x="264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commentAuthors" Target="commentAuthors.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3B44D9DC-BFDE-70DB-37D2-5120EDE7C95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a:extLst>
              <a:ext uri="{FF2B5EF4-FFF2-40B4-BE49-F238E27FC236}">
                <a16:creationId xmlns:a16="http://schemas.microsoft.com/office/drawing/2014/main" id="{4BC32AC8-ADEA-5A24-D08F-B9E583A640C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CD8170-AF3A-49D5-80D5-9AA599CA2B5A}" type="datetimeFigureOut">
              <a:rPr lang="nl-NL" smtClean="0"/>
              <a:t>07-09-2026</a:t>
            </a:fld>
            <a:endParaRPr lang="nl-NL" dirty="0"/>
          </a:p>
        </p:txBody>
      </p:sp>
      <p:sp>
        <p:nvSpPr>
          <p:cNvPr id="4" name="Tijdelijke aanduiding voor voettekst 3">
            <a:extLst>
              <a:ext uri="{FF2B5EF4-FFF2-40B4-BE49-F238E27FC236}">
                <a16:creationId xmlns:a16="http://schemas.microsoft.com/office/drawing/2014/main" id="{D5ACE027-8153-01D4-6B6E-5EA19C4B0A3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a:extLst>
              <a:ext uri="{FF2B5EF4-FFF2-40B4-BE49-F238E27FC236}">
                <a16:creationId xmlns:a16="http://schemas.microsoft.com/office/drawing/2014/main" id="{CDF9D566-75C9-E730-A0C7-1E8C58EE84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4C578E-C328-47E2-9A85-9D93F4DE8D54}" type="slidenum">
              <a:rPr lang="nl-NL" smtClean="0"/>
              <a:t>‹#›</a:t>
            </a:fld>
            <a:endParaRPr lang="nl-NL" dirty="0"/>
          </a:p>
        </p:txBody>
      </p:sp>
    </p:spTree>
    <p:extLst>
      <p:ext uri="{BB962C8B-B14F-4D97-AF65-F5344CB8AC3E}">
        <p14:creationId xmlns:p14="http://schemas.microsoft.com/office/powerpoint/2010/main" val="7641695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90A07-196B-4F4B-8E8C-301FB387CBE5}" type="datetimeFigureOut">
              <a:rPr lang="nl-NL" smtClean="0"/>
              <a:t>07-09-2026</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C176B4-2F3E-4542-A88B-B482618D0CAA}" type="slidenum">
              <a:rPr lang="nl-NL" smtClean="0"/>
              <a:t>‹#›</a:t>
            </a:fld>
            <a:endParaRPr lang="nl-NL" dirty="0"/>
          </a:p>
        </p:txBody>
      </p:sp>
    </p:spTree>
    <p:extLst>
      <p:ext uri="{BB962C8B-B14F-4D97-AF65-F5344CB8AC3E}">
        <p14:creationId xmlns:p14="http://schemas.microsoft.com/office/powerpoint/2010/main" val="401779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jpe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ing slide - rood - met foto">
    <p:bg>
      <p:bgPr>
        <a:solidFill>
          <a:schemeClr val="accent1"/>
        </a:solid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7D3AA19E-3DC8-4556-BC42-05B65FEB6237}"/>
              </a:ext>
            </a:extLst>
          </p:cNvPr>
          <p:cNvSpPr/>
          <p:nvPr userDrawn="1"/>
        </p:nvSpPr>
        <p:spPr>
          <a:xfrm>
            <a:off x="0" y="-425941"/>
            <a:ext cx="229870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Opening slide - rood – met foto</a:t>
            </a:r>
          </a:p>
        </p:txBody>
      </p:sp>
      <p:sp>
        <p:nvSpPr>
          <p:cNvPr id="2" name="Titel 1">
            <a:extLst>
              <a:ext uri="{FF2B5EF4-FFF2-40B4-BE49-F238E27FC236}">
                <a16:creationId xmlns:a16="http://schemas.microsoft.com/office/drawing/2014/main" id="{2A71DEDF-37F1-4689-8FA1-5E743C7DD6C0}"/>
              </a:ext>
            </a:extLst>
          </p:cNvPr>
          <p:cNvSpPr>
            <a:spLocks noGrp="1"/>
          </p:cNvSpPr>
          <p:nvPr>
            <p:ph type="ctrTitle" hasCustomPrompt="1"/>
          </p:nvPr>
        </p:nvSpPr>
        <p:spPr>
          <a:xfrm>
            <a:off x="703640" y="719138"/>
            <a:ext cx="4264967" cy="2090164"/>
          </a:xfrm>
        </p:spPr>
        <p:txBody>
          <a:bodyPr anchor="t"/>
          <a:lstStyle>
            <a:lvl1pPr algn="l">
              <a:lnSpc>
                <a:spcPct val="80000"/>
              </a:lnSpc>
              <a:defRPr sz="5300" b="1" i="1" baseline="0">
                <a:solidFill>
                  <a:schemeClr val="bg1"/>
                </a:solidFill>
              </a:defRPr>
            </a:lvl1pPr>
          </a:lstStyle>
          <a:p>
            <a:r>
              <a:rPr lang="nl-NL" noProof="0" dirty="0"/>
              <a:t>KLIK OM TITEL TE BEWERKEN</a:t>
            </a:r>
          </a:p>
        </p:txBody>
      </p:sp>
      <p:sp>
        <p:nvSpPr>
          <p:cNvPr id="4" name="Tijdelijke aanduiding voor afbeelding 28">
            <a:extLst>
              <a:ext uri="{FF2B5EF4-FFF2-40B4-BE49-F238E27FC236}">
                <a16:creationId xmlns:a16="http://schemas.microsoft.com/office/drawing/2014/main" id="{C5624AF9-79DC-46FA-8CE2-C078D6AE2085}"/>
              </a:ext>
            </a:extLst>
          </p:cNvPr>
          <p:cNvSpPr>
            <a:spLocks noGrp="1"/>
          </p:cNvSpPr>
          <p:nvPr>
            <p:ph type="pic" sz="quarter" idx="10"/>
          </p:nvPr>
        </p:nvSpPr>
        <p:spPr>
          <a:xfrm>
            <a:off x="4278880" y="0"/>
            <a:ext cx="7913120" cy="6858000"/>
          </a:xfrm>
          <a:custGeom>
            <a:avLst/>
            <a:gdLst>
              <a:gd name="connsiteX0" fmla="*/ 1822511 w 15826240"/>
              <a:gd name="connsiteY0" fmla="*/ 0 h 13716000"/>
              <a:gd name="connsiteX1" fmla="*/ 15826240 w 15826240"/>
              <a:gd name="connsiteY1" fmla="*/ 0 h 13716000"/>
              <a:gd name="connsiteX2" fmla="*/ 15826240 w 15826240"/>
              <a:gd name="connsiteY2" fmla="*/ 13716000 h 13716000"/>
              <a:gd name="connsiteX3" fmla="*/ 0 w 15826240"/>
              <a:gd name="connsiteY3" fmla="*/ 13716000 h 13716000"/>
              <a:gd name="connsiteX4" fmla="*/ 0 w 15826240"/>
              <a:gd name="connsiteY4" fmla="*/ 13714350 h 13716000"/>
              <a:gd name="connsiteX5" fmla="*/ 486200 w 15826240"/>
              <a:gd name="connsiteY5" fmla="*/ 13714350 h 13716000"/>
              <a:gd name="connsiteX6" fmla="*/ 3003744 w 15826240"/>
              <a:gd name="connsiteY6" fmla="*/ 1448653 h 13716000"/>
              <a:gd name="connsiteX7" fmla="*/ 1822511 w 15826240"/>
              <a:gd name="connsiteY7" fmla="*/ 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26240" h="13716000">
                <a:moveTo>
                  <a:pt x="1822511" y="0"/>
                </a:moveTo>
                <a:lnTo>
                  <a:pt x="15826240" y="0"/>
                </a:lnTo>
                <a:lnTo>
                  <a:pt x="15826240" y="13716000"/>
                </a:lnTo>
                <a:lnTo>
                  <a:pt x="0" y="13716000"/>
                </a:lnTo>
                <a:lnTo>
                  <a:pt x="0" y="13714350"/>
                </a:lnTo>
                <a:lnTo>
                  <a:pt x="486200" y="13714350"/>
                </a:lnTo>
                <a:lnTo>
                  <a:pt x="3003744" y="1448653"/>
                </a:lnTo>
                <a:cubicBezTo>
                  <a:pt x="3157172" y="701227"/>
                  <a:pt x="2586353" y="0"/>
                  <a:pt x="1822511" y="0"/>
                </a:cubicBezTo>
                <a:close/>
              </a:path>
            </a:pathLst>
          </a:custGeom>
          <a:solidFill>
            <a:schemeClr val="bg1">
              <a:lumMod val="95000"/>
            </a:schemeClr>
          </a:solidFill>
        </p:spPr>
        <p:txBody>
          <a:bodyPr vert="horz" lIns="1044000" tIns="0" rIns="360000" bIns="1260000" rtlCol="0" anchor="ctr" anchorCtr="0">
            <a:noAutofit/>
          </a:bodyPr>
          <a:lstStyle>
            <a:lvl1pPr>
              <a:defRPr lang="nl-NL" sz="1200" i="1" dirty="0">
                <a:solidFill>
                  <a:schemeClr val="bg1">
                    <a:lumMod val="50000"/>
                  </a:schemeClr>
                </a:solidFill>
              </a:defRPr>
            </a:lvl1pPr>
          </a:lstStyle>
          <a:p>
            <a:pPr marL="0" lvl="0" indent="0" algn="ctr">
              <a:lnSpc>
                <a:spcPct val="100000"/>
              </a:lnSpc>
              <a:spcBef>
                <a:spcPts val="0"/>
              </a:spcBef>
              <a:spcAft>
                <a:spcPts val="0"/>
              </a:spcAft>
              <a:buNone/>
            </a:pPr>
            <a:r>
              <a:rPr lang="en-GB"/>
              <a:t>Click icon to add picture</a:t>
            </a:r>
            <a:endParaRPr lang="nl-NL" dirty="0"/>
          </a:p>
        </p:txBody>
      </p:sp>
      <p:sp>
        <p:nvSpPr>
          <p:cNvPr id="5" name="Tijdelijke aanduiding voor tekst 6">
            <a:extLst>
              <a:ext uri="{FF2B5EF4-FFF2-40B4-BE49-F238E27FC236}">
                <a16:creationId xmlns:a16="http://schemas.microsoft.com/office/drawing/2014/main" id="{5B66D163-0E44-D129-3A12-500CA51396EB}"/>
              </a:ext>
            </a:extLst>
          </p:cNvPr>
          <p:cNvSpPr>
            <a:spLocks noGrp="1"/>
          </p:cNvSpPr>
          <p:nvPr>
            <p:ph type="body" sz="quarter" idx="21" hasCustomPrompt="1"/>
          </p:nvPr>
        </p:nvSpPr>
        <p:spPr>
          <a:xfrm>
            <a:off x="719139" y="2958124"/>
            <a:ext cx="4264966" cy="1046507"/>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pic>
        <p:nvPicPr>
          <p:cNvPr id="28" name="Afbeelding 27">
            <a:extLst>
              <a:ext uri="{FF2B5EF4-FFF2-40B4-BE49-F238E27FC236}">
                <a16:creationId xmlns:a16="http://schemas.microsoft.com/office/drawing/2014/main" id="{56BA6A14-A647-C0B2-F8AC-6CC1452BA706}"/>
              </a:ext>
            </a:extLst>
          </p:cNvPr>
          <p:cNvPicPr>
            <a:picLocks noChangeAspect="1"/>
          </p:cNvPicPr>
          <p:nvPr userDrawn="1"/>
        </p:nvPicPr>
        <p:blipFill>
          <a:blip r:embed="rId2"/>
          <a:stretch>
            <a:fillRect/>
          </a:stretch>
        </p:blipFill>
        <p:spPr>
          <a:xfrm>
            <a:off x="719139" y="5867400"/>
            <a:ext cx="1627993" cy="476249"/>
          </a:xfrm>
          <a:prstGeom prst="rect">
            <a:avLst/>
          </a:prstGeom>
        </p:spPr>
      </p:pic>
    </p:spTree>
    <p:extLst>
      <p:ext uri="{BB962C8B-B14F-4D97-AF65-F5344CB8AC3E}">
        <p14:creationId xmlns:p14="http://schemas.microsoft.com/office/powerpoint/2010/main" val="28227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ing slide - wit - met foto">
    <p:bg>
      <p:bgPr>
        <a:solidFill>
          <a:schemeClr val="bg1"/>
        </a:solid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7D3AA19E-3DC8-4556-BC42-05B65FEB6237}"/>
              </a:ext>
            </a:extLst>
          </p:cNvPr>
          <p:cNvSpPr/>
          <p:nvPr userDrawn="1"/>
        </p:nvSpPr>
        <p:spPr>
          <a:xfrm>
            <a:off x="0" y="-425941"/>
            <a:ext cx="2168863"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Opening slide - wit – met foto</a:t>
            </a:r>
          </a:p>
        </p:txBody>
      </p:sp>
      <p:sp>
        <p:nvSpPr>
          <p:cNvPr id="4" name="Tijdelijke aanduiding voor afbeelding 28">
            <a:extLst>
              <a:ext uri="{FF2B5EF4-FFF2-40B4-BE49-F238E27FC236}">
                <a16:creationId xmlns:a16="http://schemas.microsoft.com/office/drawing/2014/main" id="{C5624AF9-79DC-46FA-8CE2-C078D6AE2085}"/>
              </a:ext>
            </a:extLst>
          </p:cNvPr>
          <p:cNvSpPr>
            <a:spLocks noGrp="1"/>
          </p:cNvSpPr>
          <p:nvPr>
            <p:ph type="pic" sz="quarter" idx="10"/>
          </p:nvPr>
        </p:nvSpPr>
        <p:spPr>
          <a:xfrm>
            <a:off x="4278880" y="0"/>
            <a:ext cx="7913120" cy="6858000"/>
          </a:xfrm>
          <a:custGeom>
            <a:avLst/>
            <a:gdLst>
              <a:gd name="connsiteX0" fmla="*/ 1822511 w 15826240"/>
              <a:gd name="connsiteY0" fmla="*/ 0 h 13716000"/>
              <a:gd name="connsiteX1" fmla="*/ 15826240 w 15826240"/>
              <a:gd name="connsiteY1" fmla="*/ 0 h 13716000"/>
              <a:gd name="connsiteX2" fmla="*/ 15826240 w 15826240"/>
              <a:gd name="connsiteY2" fmla="*/ 13716000 h 13716000"/>
              <a:gd name="connsiteX3" fmla="*/ 0 w 15826240"/>
              <a:gd name="connsiteY3" fmla="*/ 13716000 h 13716000"/>
              <a:gd name="connsiteX4" fmla="*/ 0 w 15826240"/>
              <a:gd name="connsiteY4" fmla="*/ 13714350 h 13716000"/>
              <a:gd name="connsiteX5" fmla="*/ 486200 w 15826240"/>
              <a:gd name="connsiteY5" fmla="*/ 13714350 h 13716000"/>
              <a:gd name="connsiteX6" fmla="*/ 3003744 w 15826240"/>
              <a:gd name="connsiteY6" fmla="*/ 1448653 h 13716000"/>
              <a:gd name="connsiteX7" fmla="*/ 1822511 w 15826240"/>
              <a:gd name="connsiteY7" fmla="*/ 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26240" h="13716000">
                <a:moveTo>
                  <a:pt x="1822511" y="0"/>
                </a:moveTo>
                <a:lnTo>
                  <a:pt x="15826240" y="0"/>
                </a:lnTo>
                <a:lnTo>
                  <a:pt x="15826240" y="13716000"/>
                </a:lnTo>
                <a:lnTo>
                  <a:pt x="0" y="13716000"/>
                </a:lnTo>
                <a:lnTo>
                  <a:pt x="0" y="13714350"/>
                </a:lnTo>
                <a:lnTo>
                  <a:pt x="486200" y="13714350"/>
                </a:lnTo>
                <a:lnTo>
                  <a:pt x="3003744" y="1448653"/>
                </a:lnTo>
                <a:cubicBezTo>
                  <a:pt x="3157172" y="701227"/>
                  <a:pt x="2586353" y="0"/>
                  <a:pt x="1822511" y="0"/>
                </a:cubicBezTo>
                <a:close/>
              </a:path>
            </a:pathLst>
          </a:custGeom>
          <a:solidFill>
            <a:schemeClr val="bg1">
              <a:lumMod val="95000"/>
            </a:schemeClr>
          </a:solidFill>
        </p:spPr>
        <p:txBody>
          <a:bodyPr vert="horz" lIns="1044000" tIns="0" rIns="360000" bIns="1260000" rtlCol="0" anchor="ctr" anchorCtr="0">
            <a:noAutofit/>
          </a:bodyPr>
          <a:lstStyle>
            <a:lvl1pPr>
              <a:defRPr lang="nl-NL" sz="1200" i="1" dirty="0">
                <a:solidFill>
                  <a:schemeClr val="bg1">
                    <a:lumMod val="50000"/>
                  </a:schemeClr>
                </a:solidFill>
              </a:defRPr>
            </a:lvl1pPr>
          </a:lstStyle>
          <a:p>
            <a:pPr marL="0" lvl="0" indent="0" algn="ctr">
              <a:lnSpc>
                <a:spcPct val="100000"/>
              </a:lnSpc>
              <a:spcBef>
                <a:spcPts val="0"/>
              </a:spcBef>
              <a:spcAft>
                <a:spcPts val="0"/>
              </a:spcAft>
              <a:buNone/>
            </a:pPr>
            <a:r>
              <a:rPr lang="en-GB"/>
              <a:t>Click icon to add picture</a:t>
            </a:r>
            <a:endParaRPr lang="nl-NL" dirty="0"/>
          </a:p>
        </p:txBody>
      </p:sp>
      <p:sp>
        <p:nvSpPr>
          <p:cNvPr id="8" name="Titel 1">
            <a:extLst>
              <a:ext uri="{FF2B5EF4-FFF2-40B4-BE49-F238E27FC236}">
                <a16:creationId xmlns:a16="http://schemas.microsoft.com/office/drawing/2014/main" id="{9C9E71FD-CA3E-F835-77D6-EEF5E490E271}"/>
              </a:ext>
            </a:extLst>
          </p:cNvPr>
          <p:cNvSpPr>
            <a:spLocks noGrp="1"/>
          </p:cNvSpPr>
          <p:nvPr>
            <p:ph type="ctrTitle" hasCustomPrompt="1"/>
          </p:nvPr>
        </p:nvSpPr>
        <p:spPr>
          <a:xfrm>
            <a:off x="703640" y="719138"/>
            <a:ext cx="4264967" cy="2090164"/>
          </a:xfrm>
        </p:spPr>
        <p:txBody>
          <a:bodyPr anchor="t"/>
          <a:lstStyle>
            <a:lvl1pPr algn="l">
              <a:lnSpc>
                <a:spcPct val="80000"/>
              </a:lnSpc>
              <a:defRPr sz="5300" b="1" i="1">
                <a:solidFill>
                  <a:schemeClr val="accent1"/>
                </a:solidFill>
              </a:defRPr>
            </a:lvl1pPr>
          </a:lstStyle>
          <a:p>
            <a:r>
              <a:rPr lang="nl-NL" noProof="0" dirty="0"/>
              <a:t>KLIK OM TITEL TE BEWERKEN</a:t>
            </a:r>
          </a:p>
        </p:txBody>
      </p:sp>
      <p:sp>
        <p:nvSpPr>
          <p:cNvPr id="10" name="Tijdelijke aanduiding voor tekst 6">
            <a:extLst>
              <a:ext uri="{FF2B5EF4-FFF2-40B4-BE49-F238E27FC236}">
                <a16:creationId xmlns:a16="http://schemas.microsoft.com/office/drawing/2014/main" id="{ABDC22C0-BB6E-A2FA-0B1D-01244CA30B89}"/>
              </a:ext>
            </a:extLst>
          </p:cNvPr>
          <p:cNvSpPr>
            <a:spLocks noGrp="1"/>
          </p:cNvSpPr>
          <p:nvPr>
            <p:ph type="body" sz="quarter" idx="21" hasCustomPrompt="1"/>
          </p:nvPr>
        </p:nvSpPr>
        <p:spPr>
          <a:xfrm>
            <a:off x="719139" y="2958124"/>
            <a:ext cx="4264966" cy="1046507"/>
          </a:xfrm>
        </p:spPr>
        <p:txBody>
          <a:bodyPr/>
          <a:lstStyle>
            <a:lvl1pPr marL="0" indent="0">
              <a:buClr>
                <a:schemeClr val="tx1"/>
              </a:buClr>
              <a:buFont typeface="Arial" panose="020B0604020202020204" pitchFamily="34" charset="0"/>
              <a:buNone/>
              <a:defRPr>
                <a:solidFill>
                  <a:schemeClr val="accent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accent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pic>
        <p:nvPicPr>
          <p:cNvPr id="3" name="Afbeelding 2">
            <a:extLst>
              <a:ext uri="{FF2B5EF4-FFF2-40B4-BE49-F238E27FC236}">
                <a16:creationId xmlns:a16="http://schemas.microsoft.com/office/drawing/2014/main" id="{F70DC6EA-8734-848E-F561-3F3754E1D86F}"/>
              </a:ext>
            </a:extLst>
          </p:cNvPr>
          <p:cNvPicPr>
            <a:picLocks noChangeAspect="1"/>
          </p:cNvPicPr>
          <p:nvPr userDrawn="1"/>
        </p:nvPicPr>
        <p:blipFill>
          <a:blip r:embed="rId2"/>
          <a:stretch>
            <a:fillRect/>
          </a:stretch>
        </p:blipFill>
        <p:spPr>
          <a:xfrm>
            <a:off x="719139" y="5867400"/>
            <a:ext cx="1627993" cy="476249"/>
          </a:xfrm>
          <a:prstGeom prst="rect">
            <a:avLst/>
          </a:prstGeom>
        </p:spPr>
      </p:pic>
      <p:pic>
        <p:nvPicPr>
          <p:cNvPr id="5" name="Afbeelding 4" descr="Logo Avans hogeschool">
            <a:extLst>
              <a:ext uri="{FF2B5EF4-FFF2-40B4-BE49-F238E27FC236}">
                <a16:creationId xmlns:a16="http://schemas.microsoft.com/office/drawing/2014/main" id="{70A894D7-E563-43B9-7989-5113B4A13563}"/>
              </a:ext>
            </a:extLst>
          </p:cNvPr>
          <p:cNvPicPr>
            <a:picLocks noChangeAspect="1"/>
          </p:cNvPicPr>
          <p:nvPr userDrawn="1"/>
        </p:nvPicPr>
        <p:blipFill>
          <a:blip r:embed="rId3"/>
          <a:stretch>
            <a:fillRect/>
          </a:stretch>
        </p:blipFill>
        <p:spPr>
          <a:xfrm>
            <a:off x="719139" y="5865274"/>
            <a:ext cx="1627994" cy="476249"/>
          </a:xfrm>
          <a:prstGeom prst="rect">
            <a:avLst/>
          </a:prstGeom>
        </p:spPr>
      </p:pic>
    </p:spTree>
    <p:extLst>
      <p:ext uri="{BB962C8B-B14F-4D97-AF65-F5344CB8AC3E}">
        <p14:creationId xmlns:p14="http://schemas.microsoft.com/office/powerpoint/2010/main" val="773022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pening slide - blauw - met foto">
    <p:bg>
      <p:bgPr>
        <a:solidFill>
          <a:schemeClr val="accent6"/>
        </a:solid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7D3AA19E-3DC8-4556-BC42-05B65FEB6237}"/>
              </a:ext>
            </a:extLst>
          </p:cNvPr>
          <p:cNvSpPr/>
          <p:nvPr userDrawn="1"/>
        </p:nvSpPr>
        <p:spPr>
          <a:xfrm>
            <a:off x="0" y="-425941"/>
            <a:ext cx="240129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Opening slide - blauw – met foto</a:t>
            </a:r>
          </a:p>
        </p:txBody>
      </p:sp>
      <p:sp>
        <p:nvSpPr>
          <p:cNvPr id="4" name="Tijdelijke aanduiding voor afbeelding 28">
            <a:extLst>
              <a:ext uri="{FF2B5EF4-FFF2-40B4-BE49-F238E27FC236}">
                <a16:creationId xmlns:a16="http://schemas.microsoft.com/office/drawing/2014/main" id="{C5624AF9-79DC-46FA-8CE2-C078D6AE2085}"/>
              </a:ext>
            </a:extLst>
          </p:cNvPr>
          <p:cNvSpPr>
            <a:spLocks noGrp="1"/>
          </p:cNvSpPr>
          <p:nvPr>
            <p:ph type="pic" sz="quarter" idx="10"/>
          </p:nvPr>
        </p:nvSpPr>
        <p:spPr>
          <a:xfrm>
            <a:off x="4278880" y="0"/>
            <a:ext cx="7913120" cy="6858000"/>
          </a:xfrm>
          <a:custGeom>
            <a:avLst/>
            <a:gdLst>
              <a:gd name="connsiteX0" fmla="*/ 1822511 w 15826240"/>
              <a:gd name="connsiteY0" fmla="*/ 0 h 13716000"/>
              <a:gd name="connsiteX1" fmla="*/ 15826240 w 15826240"/>
              <a:gd name="connsiteY1" fmla="*/ 0 h 13716000"/>
              <a:gd name="connsiteX2" fmla="*/ 15826240 w 15826240"/>
              <a:gd name="connsiteY2" fmla="*/ 13716000 h 13716000"/>
              <a:gd name="connsiteX3" fmla="*/ 0 w 15826240"/>
              <a:gd name="connsiteY3" fmla="*/ 13716000 h 13716000"/>
              <a:gd name="connsiteX4" fmla="*/ 0 w 15826240"/>
              <a:gd name="connsiteY4" fmla="*/ 13714350 h 13716000"/>
              <a:gd name="connsiteX5" fmla="*/ 486200 w 15826240"/>
              <a:gd name="connsiteY5" fmla="*/ 13714350 h 13716000"/>
              <a:gd name="connsiteX6" fmla="*/ 3003744 w 15826240"/>
              <a:gd name="connsiteY6" fmla="*/ 1448653 h 13716000"/>
              <a:gd name="connsiteX7" fmla="*/ 1822511 w 15826240"/>
              <a:gd name="connsiteY7" fmla="*/ 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26240" h="13716000">
                <a:moveTo>
                  <a:pt x="1822511" y="0"/>
                </a:moveTo>
                <a:lnTo>
                  <a:pt x="15826240" y="0"/>
                </a:lnTo>
                <a:lnTo>
                  <a:pt x="15826240" y="13716000"/>
                </a:lnTo>
                <a:lnTo>
                  <a:pt x="0" y="13716000"/>
                </a:lnTo>
                <a:lnTo>
                  <a:pt x="0" y="13714350"/>
                </a:lnTo>
                <a:lnTo>
                  <a:pt x="486200" y="13714350"/>
                </a:lnTo>
                <a:lnTo>
                  <a:pt x="3003744" y="1448653"/>
                </a:lnTo>
                <a:cubicBezTo>
                  <a:pt x="3157172" y="701227"/>
                  <a:pt x="2586353" y="0"/>
                  <a:pt x="1822511" y="0"/>
                </a:cubicBezTo>
                <a:close/>
              </a:path>
            </a:pathLst>
          </a:custGeom>
          <a:solidFill>
            <a:schemeClr val="bg1">
              <a:lumMod val="95000"/>
            </a:schemeClr>
          </a:solidFill>
        </p:spPr>
        <p:txBody>
          <a:bodyPr vert="horz" lIns="1044000" tIns="0" rIns="360000" bIns="1260000" rtlCol="0" anchor="ctr" anchorCtr="0">
            <a:noAutofit/>
          </a:bodyPr>
          <a:lstStyle>
            <a:lvl1pPr>
              <a:defRPr lang="nl-NL" sz="1200" i="1" dirty="0">
                <a:solidFill>
                  <a:schemeClr val="bg1">
                    <a:lumMod val="50000"/>
                  </a:schemeClr>
                </a:solidFill>
              </a:defRPr>
            </a:lvl1pPr>
          </a:lstStyle>
          <a:p>
            <a:pPr marL="0" lvl="0" indent="0" algn="ctr">
              <a:lnSpc>
                <a:spcPct val="100000"/>
              </a:lnSpc>
              <a:spcBef>
                <a:spcPts val="0"/>
              </a:spcBef>
              <a:spcAft>
                <a:spcPts val="0"/>
              </a:spcAft>
              <a:buNone/>
            </a:pPr>
            <a:r>
              <a:rPr lang="en-GB"/>
              <a:t>Click icon to add picture</a:t>
            </a:r>
            <a:endParaRPr lang="nl-NL" dirty="0"/>
          </a:p>
        </p:txBody>
      </p:sp>
      <p:sp>
        <p:nvSpPr>
          <p:cNvPr id="8" name="Titel 1">
            <a:extLst>
              <a:ext uri="{FF2B5EF4-FFF2-40B4-BE49-F238E27FC236}">
                <a16:creationId xmlns:a16="http://schemas.microsoft.com/office/drawing/2014/main" id="{17757676-D785-568B-EC27-5AB187D6AAF1}"/>
              </a:ext>
            </a:extLst>
          </p:cNvPr>
          <p:cNvSpPr>
            <a:spLocks noGrp="1"/>
          </p:cNvSpPr>
          <p:nvPr>
            <p:ph type="ctrTitle" hasCustomPrompt="1"/>
          </p:nvPr>
        </p:nvSpPr>
        <p:spPr>
          <a:xfrm>
            <a:off x="703640" y="719138"/>
            <a:ext cx="4264967" cy="2090164"/>
          </a:xfrm>
        </p:spPr>
        <p:txBody>
          <a:bodyPr anchor="t"/>
          <a:lstStyle>
            <a:lvl1pPr algn="l">
              <a:lnSpc>
                <a:spcPct val="80000"/>
              </a:lnSpc>
              <a:defRPr sz="5300" b="1" i="1">
                <a:solidFill>
                  <a:schemeClr val="bg1"/>
                </a:solidFill>
              </a:defRPr>
            </a:lvl1pPr>
          </a:lstStyle>
          <a:p>
            <a:r>
              <a:rPr lang="nl-NL" noProof="0" dirty="0"/>
              <a:t>KLIK OM TITEL TE BEWERKEN</a:t>
            </a:r>
          </a:p>
        </p:txBody>
      </p:sp>
      <p:sp>
        <p:nvSpPr>
          <p:cNvPr id="10" name="Tijdelijke aanduiding voor tekst 6">
            <a:extLst>
              <a:ext uri="{FF2B5EF4-FFF2-40B4-BE49-F238E27FC236}">
                <a16:creationId xmlns:a16="http://schemas.microsoft.com/office/drawing/2014/main" id="{632ED910-63A7-5AA3-C5FE-10A2C6FEB9A7}"/>
              </a:ext>
            </a:extLst>
          </p:cNvPr>
          <p:cNvSpPr>
            <a:spLocks noGrp="1"/>
          </p:cNvSpPr>
          <p:nvPr>
            <p:ph type="body" sz="quarter" idx="21" hasCustomPrompt="1"/>
          </p:nvPr>
        </p:nvSpPr>
        <p:spPr>
          <a:xfrm>
            <a:off x="719139" y="2958124"/>
            <a:ext cx="4264966" cy="1046507"/>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pic>
        <p:nvPicPr>
          <p:cNvPr id="3" name="Afbeelding 2">
            <a:extLst>
              <a:ext uri="{FF2B5EF4-FFF2-40B4-BE49-F238E27FC236}">
                <a16:creationId xmlns:a16="http://schemas.microsoft.com/office/drawing/2014/main" id="{6DA96FE7-6986-DDED-B5C7-2B8D45F19F35}"/>
              </a:ext>
            </a:extLst>
          </p:cNvPr>
          <p:cNvPicPr>
            <a:picLocks noChangeAspect="1"/>
          </p:cNvPicPr>
          <p:nvPr userDrawn="1"/>
        </p:nvPicPr>
        <p:blipFill>
          <a:blip r:embed="rId2"/>
          <a:stretch>
            <a:fillRect/>
          </a:stretch>
        </p:blipFill>
        <p:spPr>
          <a:xfrm>
            <a:off x="719139" y="5867400"/>
            <a:ext cx="1627993" cy="476249"/>
          </a:xfrm>
          <a:prstGeom prst="rect">
            <a:avLst/>
          </a:prstGeom>
        </p:spPr>
      </p:pic>
    </p:spTree>
    <p:extLst>
      <p:ext uri="{BB962C8B-B14F-4D97-AF65-F5344CB8AC3E}">
        <p14:creationId xmlns:p14="http://schemas.microsoft.com/office/powerpoint/2010/main" val="3127788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pening slide - paars - met foto">
    <p:bg>
      <p:bgPr>
        <a:solidFill>
          <a:schemeClr val="accent4"/>
        </a:solidFill>
        <a:effectLst/>
      </p:bgPr>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7D3AA19E-3DC8-4556-BC42-05B65FEB6237}"/>
              </a:ext>
            </a:extLst>
          </p:cNvPr>
          <p:cNvSpPr/>
          <p:nvPr userDrawn="1"/>
        </p:nvSpPr>
        <p:spPr>
          <a:xfrm>
            <a:off x="0" y="-425941"/>
            <a:ext cx="238366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Opening slide - paars – met foto</a:t>
            </a:r>
          </a:p>
        </p:txBody>
      </p:sp>
      <p:sp>
        <p:nvSpPr>
          <p:cNvPr id="4" name="Tijdelijke aanduiding voor afbeelding 28">
            <a:extLst>
              <a:ext uri="{FF2B5EF4-FFF2-40B4-BE49-F238E27FC236}">
                <a16:creationId xmlns:a16="http://schemas.microsoft.com/office/drawing/2014/main" id="{C5624AF9-79DC-46FA-8CE2-C078D6AE2085}"/>
              </a:ext>
            </a:extLst>
          </p:cNvPr>
          <p:cNvSpPr>
            <a:spLocks noGrp="1"/>
          </p:cNvSpPr>
          <p:nvPr>
            <p:ph type="pic" sz="quarter" idx="10"/>
          </p:nvPr>
        </p:nvSpPr>
        <p:spPr>
          <a:xfrm>
            <a:off x="4278880" y="0"/>
            <a:ext cx="7913120" cy="6858000"/>
          </a:xfrm>
          <a:custGeom>
            <a:avLst/>
            <a:gdLst>
              <a:gd name="connsiteX0" fmla="*/ 1822511 w 15826240"/>
              <a:gd name="connsiteY0" fmla="*/ 0 h 13716000"/>
              <a:gd name="connsiteX1" fmla="*/ 15826240 w 15826240"/>
              <a:gd name="connsiteY1" fmla="*/ 0 h 13716000"/>
              <a:gd name="connsiteX2" fmla="*/ 15826240 w 15826240"/>
              <a:gd name="connsiteY2" fmla="*/ 13716000 h 13716000"/>
              <a:gd name="connsiteX3" fmla="*/ 0 w 15826240"/>
              <a:gd name="connsiteY3" fmla="*/ 13716000 h 13716000"/>
              <a:gd name="connsiteX4" fmla="*/ 0 w 15826240"/>
              <a:gd name="connsiteY4" fmla="*/ 13714350 h 13716000"/>
              <a:gd name="connsiteX5" fmla="*/ 486200 w 15826240"/>
              <a:gd name="connsiteY5" fmla="*/ 13714350 h 13716000"/>
              <a:gd name="connsiteX6" fmla="*/ 3003744 w 15826240"/>
              <a:gd name="connsiteY6" fmla="*/ 1448653 h 13716000"/>
              <a:gd name="connsiteX7" fmla="*/ 1822511 w 15826240"/>
              <a:gd name="connsiteY7" fmla="*/ 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26240" h="13716000">
                <a:moveTo>
                  <a:pt x="1822511" y="0"/>
                </a:moveTo>
                <a:lnTo>
                  <a:pt x="15826240" y="0"/>
                </a:lnTo>
                <a:lnTo>
                  <a:pt x="15826240" y="13716000"/>
                </a:lnTo>
                <a:lnTo>
                  <a:pt x="0" y="13716000"/>
                </a:lnTo>
                <a:lnTo>
                  <a:pt x="0" y="13714350"/>
                </a:lnTo>
                <a:lnTo>
                  <a:pt x="486200" y="13714350"/>
                </a:lnTo>
                <a:lnTo>
                  <a:pt x="3003744" y="1448653"/>
                </a:lnTo>
                <a:cubicBezTo>
                  <a:pt x="3157172" y="701227"/>
                  <a:pt x="2586353" y="0"/>
                  <a:pt x="1822511" y="0"/>
                </a:cubicBezTo>
                <a:close/>
              </a:path>
            </a:pathLst>
          </a:custGeom>
          <a:solidFill>
            <a:schemeClr val="bg1">
              <a:lumMod val="95000"/>
            </a:schemeClr>
          </a:solidFill>
        </p:spPr>
        <p:txBody>
          <a:bodyPr vert="horz" lIns="1044000" tIns="0" rIns="360000" bIns="1260000" rtlCol="0" anchor="ctr" anchorCtr="0">
            <a:noAutofit/>
          </a:bodyPr>
          <a:lstStyle>
            <a:lvl1pPr>
              <a:defRPr lang="nl-NL" sz="1200" i="1" dirty="0">
                <a:solidFill>
                  <a:schemeClr val="bg1">
                    <a:lumMod val="50000"/>
                  </a:schemeClr>
                </a:solidFill>
              </a:defRPr>
            </a:lvl1pPr>
          </a:lstStyle>
          <a:p>
            <a:pPr marL="0" lvl="0" indent="0" algn="ctr">
              <a:lnSpc>
                <a:spcPct val="100000"/>
              </a:lnSpc>
              <a:spcBef>
                <a:spcPts val="0"/>
              </a:spcBef>
              <a:spcAft>
                <a:spcPts val="0"/>
              </a:spcAft>
              <a:buNone/>
            </a:pPr>
            <a:r>
              <a:rPr lang="en-GB"/>
              <a:t>Click icon to add picture</a:t>
            </a:r>
            <a:endParaRPr lang="nl-NL" dirty="0"/>
          </a:p>
        </p:txBody>
      </p:sp>
      <p:sp>
        <p:nvSpPr>
          <p:cNvPr id="8" name="Titel 1">
            <a:extLst>
              <a:ext uri="{FF2B5EF4-FFF2-40B4-BE49-F238E27FC236}">
                <a16:creationId xmlns:a16="http://schemas.microsoft.com/office/drawing/2014/main" id="{D76166FC-20AB-F269-510D-26B2C7B2478B}"/>
              </a:ext>
            </a:extLst>
          </p:cNvPr>
          <p:cNvSpPr>
            <a:spLocks noGrp="1"/>
          </p:cNvSpPr>
          <p:nvPr>
            <p:ph type="ctrTitle" hasCustomPrompt="1"/>
          </p:nvPr>
        </p:nvSpPr>
        <p:spPr>
          <a:xfrm>
            <a:off x="703640" y="719138"/>
            <a:ext cx="4264967" cy="2090164"/>
          </a:xfrm>
        </p:spPr>
        <p:txBody>
          <a:bodyPr anchor="t"/>
          <a:lstStyle>
            <a:lvl1pPr algn="l">
              <a:lnSpc>
                <a:spcPct val="80000"/>
              </a:lnSpc>
              <a:defRPr sz="5300" b="1" i="1">
                <a:solidFill>
                  <a:schemeClr val="tx1"/>
                </a:solidFill>
              </a:defRPr>
            </a:lvl1pPr>
          </a:lstStyle>
          <a:p>
            <a:r>
              <a:rPr lang="nl-NL" noProof="0" dirty="0"/>
              <a:t>KLIK OM TITEL TE BEWERKEN</a:t>
            </a:r>
          </a:p>
        </p:txBody>
      </p:sp>
      <p:sp>
        <p:nvSpPr>
          <p:cNvPr id="10" name="Tijdelijke aanduiding voor tekst 6">
            <a:extLst>
              <a:ext uri="{FF2B5EF4-FFF2-40B4-BE49-F238E27FC236}">
                <a16:creationId xmlns:a16="http://schemas.microsoft.com/office/drawing/2014/main" id="{9A5E57B2-28F6-51AF-F47F-89AA04C7CEF2}"/>
              </a:ext>
            </a:extLst>
          </p:cNvPr>
          <p:cNvSpPr>
            <a:spLocks noGrp="1"/>
          </p:cNvSpPr>
          <p:nvPr>
            <p:ph type="body" sz="quarter" idx="21" hasCustomPrompt="1"/>
          </p:nvPr>
        </p:nvSpPr>
        <p:spPr>
          <a:xfrm>
            <a:off x="719139" y="2958124"/>
            <a:ext cx="4264966" cy="1046507"/>
          </a:xfrm>
        </p:spPr>
        <p:txBody>
          <a:bodyPr/>
          <a:lstStyle>
            <a:lvl1pPr marL="0" indent="0">
              <a:buClr>
                <a:schemeClr val="bg1"/>
              </a:buClr>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pic>
        <p:nvPicPr>
          <p:cNvPr id="2" name="Afbeelding 1">
            <a:extLst>
              <a:ext uri="{FF2B5EF4-FFF2-40B4-BE49-F238E27FC236}">
                <a16:creationId xmlns:a16="http://schemas.microsoft.com/office/drawing/2014/main" id="{1547EBDC-FFBE-B936-EC5F-AEF5A0671AD6}"/>
              </a:ext>
            </a:extLst>
          </p:cNvPr>
          <p:cNvPicPr>
            <a:picLocks noChangeAspect="1"/>
          </p:cNvPicPr>
          <p:nvPr userDrawn="1"/>
        </p:nvPicPr>
        <p:blipFill>
          <a:blip r:embed="rId2"/>
          <a:stretch>
            <a:fillRect/>
          </a:stretch>
        </p:blipFill>
        <p:spPr>
          <a:xfrm>
            <a:off x="719139" y="5867400"/>
            <a:ext cx="1627993" cy="476249"/>
          </a:xfrm>
          <a:prstGeom prst="rect">
            <a:avLst/>
          </a:prstGeom>
        </p:spPr>
      </p:pic>
    </p:spTree>
    <p:extLst>
      <p:ext uri="{BB962C8B-B14F-4D97-AF65-F5344CB8AC3E}">
        <p14:creationId xmlns:p14="http://schemas.microsoft.com/office/powerpoint/2010/main" val="2343206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pening slide - wit - zonder foto">
    <p:spTree>
      <p:nvGrpSpPr>
        <p:cNvPr id="1" name=""/>
        <p:cNvGrpSpPr/>
        <p:nvPr/>
      </p:nvGrpSpPr>
      <p:grpSpPr>
        <a:xfrm>
          <a:off x="0" y="0"/>
          <a:ext cx="0" cy="0"/>
          <a:chOff x="0" y="0"/>
          <a:chExt cx="0" cy="0"/>
        </a:xfrm>
      </p:grpSpPr>
      <p:sp>
        <p:nvSpPr>
          <p:cNvPr id="4" name="Vrije vorm 5">
            <a:extLst>
              <a:ext uri="{FF2B5EF4-FFF2-40B4-BE49-F238E27FC236}">
                <a16:creationId xmlns:a16="http://schemas.microsoft.com/office/drawing/2014/main" id="{E7687668-8779-DDCA-DF7B-20342047F299}"/>
              </a:ext>
            </a:extLst>
          </p:cNvPr>
          <p:cNvSpPr/>
          <p:nvPr userDrawn="1"/>
        </p:nvSpPr>
        <p:spPr>
          <a:xfrm>
            <a:off x="9671790" y="1"/>
            <a:ext cx="2520210" cy="6856813"/>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5" name="Vrije vorm 13">
            <a:extLst>
              <a:ext uri="{FF2B5EF4-FFF2-40B4-BE49-F238E27FC236}">
                <a16:creationId xmlns:a16="http://schemas.microsoft.com/office/drawing/2014/main" id="{3103E8FE-19C6-7180-81E2-6336DB61B512}"/>
              </a:ext>
            </a:extLst>
          </p:cNvPr>
          <p:cNvSpPr/>
          <p:nvPr userDrawn="1"/>
        </p:nvSpPr>
        <p:spPr>
          <a:xfrm>
            <a:off x="8696323" y="1900026"/>
            <a:ext cx="3495677" cy="4957117"/>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6" name="Freeform 3">
            <a:extLst>
              <a:ext uri="{FF2B5EF4-FFF2-40B4-BE49-F238E27FC236}">
                <a16:creationId xmlns:a16="http://schemas.microsoft.com/office/drawing/2014/main" id="{F1540D45-B895-3844-2E0B-230D060991F9}"/>
              </a:ext>
            </a:extLst>
          </p:cNvPr>
          <p:cNvSpPr>
            <a:spLocks noChangeArrowheads="1"/>
          </p:cNvSpPr>
          <p:nvPr userDrawn="1"/>
        </p:nvSpPr>
        <p:spPr bwMode="auto">
          <a:xfrm>
            <a:off x="7844180" y="3967081"/>
            <a:ext cx="3422760" cy="2890920"/>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3"/>
          </a:solidFill>
          <a:ln>
            <a:noFill/>
          </a:ln>
          <a:effectLst/>
        </p:spPr>
        <p:txBody>
          <a:bodyPr wrap="none" anchor="ctr"/>
          <a:lstStyle/>
          <a:p>
            <a:endParaRPr lang="nl-NL"/>
          </a:p>
        </p:txBody>
      </p:sp>
      <p:sp>
        <p:nvSpPr>
          <p:cNvPr id="7" name="Freeform 3">
            <a:extLst>
              <a:ext uri="{FF2B5EF4-FFF2-40B4-BE49-F238E27FC236}">
                <a16:creationId xmlns:a16="http://schemas.microsoft.com/office/drawing/2014/main" id="{D5C57830-0872-A9B8-DEBE-2936A02D60FF}"/>
              </a:ext>
            </a:extLst>
          </p:cNvPr>
          <p:cNvSpPr>
            <a:spLocks noChangeArrowheads="1"/>
          </p:cNvSpPr>
          <p:nvPr userDrawn="1"/>
        </p:nvSpPr>
        <p:spPr bwMode="auto">
          <a:xfrm>
            <a:off x="7215960" y="5551604"/>
            <a:ext cx="1546735" cy="1306397"/>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rgbClr val="D9002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NL"/>
          </a:p>
        </p:txBody>
      </p:sp>
      <p:sp>
        <p:nvSpPr>
          <p:cNvPr id="10" name="Rechthoek 9">
            <a:extLst>
              <a:ext uri="{FF2B5EF4-FFF2-40B4-BE49-F238E27FC236}">
                <a16:creationId xmlns:a16="http://schemas.microsoft.com/office/drawing/2014/main" id="{A32BAA35-2305-41B6-4721-D5114CC2C093}"/>
              </a:ext>
            </a:extLst>
          </p:cNvPr>
          <p:cNvSpPr/>
          <p:nvPr userDrawn="1"/>
        </p:nvSpPr>
        <p:spPr>
          <a:xfrm>
            <a:off x="0" y="-425941"/>
            <a:ext cx="238366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Opening slide - wit - zonder foto</a:t>
            </a:r>
          </a:p>
        </p:txBody>
      </p:sp>
      <p:sp>
        <p:nvSpPr>
          <p:cNvPr id="11" name="Titel 1">
            <a:extLst>
              <a:ext uri="{FF2B5EF4-FFF2-40B4-BE49-F238E27FC236}">
                <a16:creationId xmlns:a16="http://schemas.microsoft.com/office/drawing/2014/main" id="{68452E94-9C42-21AC-D048-2252F4845698}"/>
              </a:ext>
            </a:extLst>
          </p:cNvPr>
          <p:cNvSpPr>
            <a:spLocks noGrp="1"/>
          </p:cNvSpPr>
          <p:nvPr>
            <p:ph type="ctrTitle" hasCustomPrompt="1"/>
          </p:nvPr>
        </p:nvSpPr>
        <p:spPr>
          <a:xfrm>
            <a:off x="703640" y="719138"/>
            <a:ext cx="7678360" cy="1306397"/>
          </a:xfrm>
        </p:spPr>
        <p:txBody>
          <a:bodyPr anchor="t"/>
          <a:lstStyle>
            <a:lvl1pPr algn="l">
              <a:lnSpc>
                <a:spcPct val="80000"/>
              </a:lnSpc>
              <a:defRPr sz="5300" b="1" i="1">
                <a:solidFill>
                  <a:schemeClr val="accent1"/>
                </a:solidFill>
              </a:defRPr>
            </a:lvl1pPr>
          </a:lstStyle>
          <a:p>
            <a:r>
              <a:rPr lang="nl-NL" noProof="0" dirty="0"/>
              <a:t>KLIK OM TITEL</a:t>
            </a:r>
            <a:br>
              <a:rPr lang="nl-NL" noProof="0" dirty="0"/>
            </a:br>
            <a:r>
              <a:rPr lang="nl-NL" noProof="0" dirty="0"/>
              <a:t>TE BEWERKEN</a:t>
            </a:r>
          </a:p>
        </p:txBody>
      </p:sp>
      <p:sp>
        <p:nvSpPr>
          <p:cNvPr id="12" name="Tijdelijke aanduiding voor tekst 6">
            <a:extLst>
              <a:ext uri="{FF2B5EF4-FFF2-40B4-BE49-F238E27FC236}">
                <a16:creationId xmlns:a16="http://schemas.microsoft.com/office/drawing/2014/main" id="{4DF49797-13C5-D9A8-89B9-38051776A77D}"/>
              </a:ext>
            </a:extLst>
          </p:cNvPr>
          <p:cNvSpPr>
            <a:spLocks noGrp="1"/>
          </p:cNvSpPr>
          <p:nvPr>
            <p:ph type="body" sz="quarter" idx="21" hasCustomPrompt="1"/>
          </p:nvPr>
        </p:nvSpPr>
        <p:spPr>
          <a:xfrm>
            <a:off x="719138" y="2340004"/>
            <a:ext cx="6199981" cy="2593480"/>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pic>
        <p:nvPicPr>
          <p:cNvPr id="8" name="Afbeelding 7" descr="Logo Avans hogeschool">
            <a:extLst>
              <a:ext uri="{FF2B5EF4-FFF2-40B4-BE49-F238E27FC236}">
                <a16:creationId xmlns:a16="http://schemas.microsoft.com/office/drawing/2014/main" id="{5822E968-44D5-3C1D-FB6D-DB4BFC0238FE}"/>
              </a:ext>
            </a:extLst>
          </p:cNvPr>
          <p:cNvPicPr>
            <a:picLocks noChangeAspect="1"/>
          </p:cNvPicPr>
          <p:nvPr userDrawn="1"/>
        </p:nvPicPr>
        <p:blipFill>
          <a:blip r:embed="rId2"/>
          <a:stretch>
            <a:fillRect/>
          </a:stretch>
        </p:blipFill>
        <p:spPr>
          <a:xfrm>
            <a:off x="719139" y="5865274"/>
            <a:ext cx="1627994" cy="476249"/>
          </a:xfrm>
          <a:prstGeom prst="rect">
            <a:avLst/>
          </a:prstGeom>
        </p:spPr>
      </p:pic>
    </p:spTree>
    <p:extLst>
      <p:ext uri="{BB962C8B-B14F-4D97-AF65-F5344CB8AC3E}">
        <p14:creationId xmlns:p14="http://schemas.microsoft.com/office/powerpoint/2010/main" val="1889149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slide - rood - zonder foto">
    <p:bg>
      <p:bgPr>
        <a:solidFill>
          <a:schemeClr val="accent1"/>
        </a:solidFill>
        <a:effectLst/>
      </p:bgPr>
    </p:bg>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A32BAA35-2305-41B6-4721-D5114CC2C093}"/>
              </a:ext>
            </a:extLst>
          </p:cNvPr>
          <p:cNvSpPr/>
          <p:nvPr userDrawn="1"/>
        </p:nvSpPr>
        <p:spPr>
          <a:xfrm>
            <a:off x="0" y="-425941"/>
            <a:ext cx="249587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Opening slide - rood - zonder foto</a:t>
            </a:r>
          </a:p>
        </p:txBody>
      </p:sp>
      <p:sp>
        <p:nvSpPr>
          <p:cNvPr id="11" name="Titel 1">
            <a:extLst>
              <a:ext uri="{FF2B5EF4-FFF2-40B4-BE49-F238E27FC236}">
                <a16:creationId xmlns:a16="http://schemas.microsoft.com/office/drawing/2014/main" id="{68452E94-9C42-21AC-D048-2252F4845698}"/>
              </a:ext>
            </a:extLst>
          </p:cNvPr>
          <p:cNvSpPr>
            <a:spLocks noGrp="1"/>
          </p:cNvSpPr>
          <p:nvPr>
            <p:ph type="ctrTitle" hasCustomPrompt="1"/>
          </p:nvPr>
        </p:nvSpPr>
        <p:spPr>
          <a:xfrm>
            <a:off x="703640" y="719138"/>
            <a:ext cx="7678360" cy="1306397"/>
          </a:xfrm>
        </p:spPr>
        <p:txBody>
          <a:bodyPr anchor="t"/>
          <a:lstStyle>
            <a:lvl1pPr algn="l">
              <a:lnSpc>
                <a:spcPct val="80000"/>
              </a:lnSpc>
              <a:defRPr sz="5300" b="1" i="1">
                <a:solidFill>
                  <a:schemeClr val="bg1"/>
                </a:solidFill>
              </a:defRPr>
            </a:lvl1pPr>
          </a:lstStyle>
          <a:p>
            <a:r>
              <a:rPr lang="nl-NL" noProof="0" dirty="0"/>
              <a:t>KLIK OM TITEL</a:t>
            </a:r>
            <a:br>
              <a:rPr lang="nl-NL" noProof="0" dirty="0"/>
            </a:br>
            <a:r>
              <a:rPr lang="nl-NL" noProof="0" dirty="0"/>
              <a:t>TE BEWERKEN</a:t>
            </a:r>
          </a:p>
        </p:txBody>
      </p:sp>
      <p:sp>
        <p:nvSpPr>
          <p:cNvPr id="12" name="Tijdelijke aanduiding voor tekst 6">
            <a:extLst>
              <a:ext uri="{FF2B5EF4-FFF2-40B4-BE49-F238E27FC236}">
                <a16:creationId xmlns:a16="http://schemas.microsoft.com/office/drawing/2014/main" id="{4DF49797-13C5-D9A8-89B9-38051776A77D}"/>
              </a:ext>
            </a:extLst>
          </p:cNvPr>
          <p:cNvSpPr>
            <a:spLocks noGrp="1"/>
          </p:cNvSpPr>
          <p:nvPr>
            <p:ph type="body" sz="quarter" idx="21" hasCustomPrompt="1"/>
          </p:nvPr>
        </p:nvSpPr>
        <p:spPr>
          <a:xfrm>
            <a:off x="719138" y="2340004"/>
            <a:ext cx="6199981" cy="2593480"/>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3" name="Vrije vorm 2">
            <a:extLst>
              <a:ext uri="{FF2B5EF4-FFF2-40B4-BE49-F238E27FC236}">
                <a16:creationId xmlns:a16="http://schemas.microsoft.com/office/drawing/2014/main" id="{19213B5A-7153-B340-B205-31B9D46790A1}"/>
              </a:ext>
            </a:extLst>
          </p:cNvPr>
          <p:cNvSpPr/>
          <p:nvPr userDrawn="1"/>
        </p:nvSpPr>
        <p:spPr>
          <a:xfrm>
            <a:off x="9671790" y="9054"/>
            <a:ext cx="2520210" cy="6856813"/>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4">
            <a:extLst>
              <a:ext uri="{FF2B5EF4-FFF2-40B4-BE49-F238E27FC236}">
                <a16:creationId xmlns:a16="http://schemas.microsoft.com/office/drawing/2014/main" id="{6ABE3667-CFCF-73B6-5F64-73A40D07A009}"/>
              </a:ext>
            </a:extLst>
          </p:cNvPr>
          <p:cNvSpPr/>
          <p:nvPr userDrawn="1"/>
        </p:nvSpPr>
        <p:spPr>
          <a:xfrm>
            <a:off x="8696323" y="1909079"/>
            <a:ext cx="3495677" cy="4957117"/>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13" name="Freeform 3">
            <a:extLst>
              <a:ext uri="{FF2B5EF4-FFF2-40B4-BE49-F238E27FC236}">
                <a16:creationId xmlns:a16="http://schemas.microsoft.com/office/drawing/2014/main" id="{33257DC4-2E26-ACD0-425C-E3348EC4B8C1}"/>
              </a:ext>
            </a:extLst>
          </p:cNvPr>
          <p:cNvSpPr>
            <a:spLocks noChangeArrowheads="1"/>
          </p:cNvSpPr>
          <p:nvPr userDrawn="1"/>
        </p:nvSpPr>
        <p:spPr bwMode="auto">
          <a:xfrm>
            <a:off x="7844180" y="3976134"/>
            <a:ext cx="3422760" cy="2890920"/>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2"/>
          </a:solidFill>
          <a:ln>
            <a:noFill/>
          </a:ln>
          <a:effectLst/>
        </p:spPr>
        <p:txBody>
          <a:bodyPr wrap="none" anchor="ctr"/>
          <a:lstStyle/>
          <a:p>
            <a:endParaRPr lang="nl-NL"/>
          </a:p>
        </p:txBody>
      </p:sp>
      <p:sp>
        <p:nvSpPr>
          <p:cNvPr id="14" name="Freeform 3">
            <a:extLst>
              <a:ext uri="{FF2B5EF4-FFF2-40B4-BE49-F238E27FC236}">
                <a16:creationId xmlns:a16="http://schemas.microsoft.com/office/drawing/2014/main" id="{DD8CF26A-1190-396D-05C4-6370D5909F85}"/>
              </a:ext>
            </a:extLst>
          </p:cNvPr>
          <p:cNvSpPr>
            <a:spLocks noChangeArrowheads="1"/>
          </p:cNvSpPr>
          <p:nvPr userDrawn="1"/>
        </p:nvSpPr>
        <p:spPr bwMode="auto">
          <a:xfrm>
            <a:off x="7215960" y="5560657"/>
            <a:ext cx="1546735" cy="1306397"/>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5"/>
          </a:solidFill>
          <a:ln>
            <a:noFill/>
          </a:ln>
          <a:effectLst/>
        </p:spPr>
        <p:txBody>
          <a:bodyPr wrap="none" anchor="ctr"/>
          <a:lstStyle/>
          <a:p>
            <a:endParaRPr lang="nl-NL"/>
          </a:p>
        </p:txBody>
      </p:sp>
      <p:pic>
        <p:nvPicPr>
          <p:cNvPr id="2" name="Afbeelding 1">
            <a:extLst>
              <a:ext uri="{FF2B5EF4-FFF2-40B4-BE49-F238E27FC236}">
                <a16:creationId xmlns:a16="http://schemas.microsoft.com/office/drawing/2014/main" id="{C468717B-ED9C-3ADF-073A-AFA306A856D1}"/>
              </a:ext>
            </a:extLst>
          </p:cNvPr>
          <p:cNvPicPr>
            <a:picLocks noChangeAspect="1"/>
          </p:cNvPicPr>
          <p:nvPr userDrawn="1"/>
        </p:nvPicPr>
        <p:blipFill>
          <a:blip r:embed="rId2"/>
          <a:stretch>
            <a:fillRect/>
          </a:stretch>
        </p:blipFill>
        <p:spPr>
          <a:xfrm>
            <a:off x="719139" y="5867400"/>
            <a:ext cx="1627993" cy="476249"/>
          </a:xfrm>
          <a:prstGeom prst="rect">
            <a:avLst/>
          </a:prstGeom>
        </p:spPr>
      </p:pic>
    </p:spTree>
    <p:extLst>
      <p:ext uri="{BB962C8B-B14F-4D97-AF65-F5344CB8AC3E}">
        <p14:creationId xmlns:p14="http://schemas.microsoft.com/office/powerpoint/2010/main" val="3678321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ing slide - blauw - zonder foto">
    <p:bg>
      <p:bgPr>
        <a:solidFill>
          <a:schemeClr val="accent6"/>
        </a:solidFill>
        <a:effectLst/>
      </p:bgPr>
    </p:bg>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A32BAA35-2305-41B6-4721-D5114CC2C093}"/>
              </a:ext>
            </a:extLst>
          </p:cNvPr>
          <p:cNvSpPr/>
          <p:nvPr userDrawn="1"/>
        </p:nvSpPr>
        <p:spPr>
          <a:xfrm>
            <a:off x="0" y="-425941"/>
            <a:ext cx="259846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Opening slide - blauw - zonder foto</a:t>
            </a:r>
          </a:p>
        </p:txBody>
      </p:sp>
      <p:sp>
        <p:nvSpPr>
          <p:cNvPr id="11" name="Titel 1">
            <a:extLst>
              <a:ext uri="{FF2B5EF4-FFF2-40B4-BE49-F238E27FC236}">
                <a16:creationId xmlns:a16="http://schemas.microsoft.com/office/drawing/2014/main" id="{68452E94-9C42-21AC-D048-2252F4845698}"/>
              </a:ext>
            </a:extLst>
          </p:cNvPr>
          <p:cNvSpPr>
            <a:spLocks noGrp="1"/>
          </p:cNvSpPr>
          <p:nvPr>
            <p:ph type="ctrTitle" hasCustomPrompt="1"/>
          </p:nvPr>
        </p:nvSpPr>
        <p:spPr>
          <a:xfrm>
            <a:off x="703640" y="719138"/>
            <a:ext cx="7678360" cy="1306397"/>
          </a:xfrm>
        </p:spPr>
        <p:txBody>
          <a:bodyPr anchor="t"/>
          <a:lstStyle>
            <a:lvl1pPr algn="l">
              <a:lnSpc>
                <a:spcPct val="80000"/>
              </a:lnSpc>
              <a:defRPr sz="5300" b="1" i="1">
                <a:solidFill>
                  <a:schemeClr val="bg1"/>
                </a:solidFill>
              </a:defRPr>
            </a:lvl1pPr>
          </a:lstStyle>
          <a:p>
            <a:r>
              <a:rPr lang="nl-NL" noProof="0" dirty="0"/>
              <a:t>KLIK OM TITEL</a:t>
            </a:r>
            <a:br>
              <a:rPr lang="nl-NL" noProof="0" dirty="0"/>
            </a:br>
            <a:r>
              <a:rPr lang="nl-NL" noProof="0" dirty="0"/>
              <a:t>TE BEWERKEN</a:t>
            </a:r>
          </a:p>
        </p:txBody>
      </p:sp>
      <p:sp>
        <p:nvSpPr>
          <p:cNvPr id="12" name="Tijdelijke aanduiding voor tekst 6">
            <a:extLst>
              <a:ext uri="{FF2B5EF4-FFF2-40B4-BE49-F238E27FC236}">
                <a16:creationId xmlns:a16="http://schemas.microsoft.com/office/drawing/2014/main" id="{4DF49797-13C5-D9A8-89B9-38051776A77D}"/>
              </a:ext>
            </a:extLst>
          </p:cNvPr>
          <p:cNvSpPr>
            <a:spLocks noGrp="1"/>
          </p:cNvSpPr>
          <p:nvPr>
            <p:ph type="body" sz="quarter" idx="21" hasCustomPrompt="1"/>
          </p:nvPr>
        </p:nvSpPr>
        <p:spPr>
          <a:xfrm>
            <a:off x="719138" y="2340004"/>
            <a:ext cx="6199981" cy="2593480"/>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3" name="Vrije vorm 2">
            <a:extLst>
              <a:ext uri="{FF2B5EF4-FFF2-40B4-BE49-F238E27FC236}">
                <a16:creationId xmlns:a16="http://schemas.microsoft.com/office/drawing/2014/main" id="{19213B5A-7153-B340-B205-31B9D46790A1}"/>
              </a:ext>
            </a:extLst>
          </p:cNvPr>
          <p:cNvSpPr/>
          <p:nvPr userDrawn="1"/>
        </p:nvSpPr>
        <p:spPr>
          <a:xfrm>
            <a:off x="9671790" y="9054"/>
            <a:ext cx="2520210" cy="6856813"/>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4">
            <a:extLst>
              <a:ext uri="{FF2B5EF4-FFF2-40B4-BE49-F238E27FC236}">
                <a16:creationId xmlns:a16="http://schemas.microsoft.com/office/drawing/2014/main" id="{6ABE3667-CFCF-73B6-5F64-73A40D07A009}"/>
              </a:ext>
            </a:extLst>
          </p:cNvPr>
          <p:cNvSpPr/>
          <p:nvPr userDrawn="1"/>
        </p:nvSpPr>
        <p:spPr>
          <a:xfrm>
            <a:off x="8696323" y="1909079"/>
            <a:ext cx="3495677" cy="4957117"/>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13" name="Freeform 3">
            <a:extLst>
              <a:ext uri="{FF2B5EF4-FFF2-40B4-BE49-F238E27FC236}">
                <a16:creationId xmlns:a16="http://schemas.microsoft.com/office/drawing/2014/main" id="{33257DC4-2E26-ACD0-425C-E3348EC4B8C1}"/>
              </a:ext>
            </a:extLst>
          </p:cNvPr>
          <p:cNvSpPr>
            <a:spLocks noChangeArrowheads="1"/>
          </p:cNvSpPr>
          <p:nvPr userDrawn="1"/>
        </p:nvSpPr>
        <p:spPr bwMode="auto">
          <a:xfrm>
            <a:off x="7844180" y="3976134"/>
            <a:ext cx="3422760" cy="2890920"/>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2"/>
          </a:solidFill>
          <a:ln>
            <a:noFill/>
          </a:ln>
          <a:effectLst/>
        </p:spPr>
        <p:txBody>
          <a:bodyPr wrap="none" anchor="ctr"/>
          <a:lstStyle/>
          <a:p>
            <a:endParaRPr lang="nl-NL"/>
          </a:p>
        </p:txBody>
      </p:sp>
      <p:sp>
        <p:nvSpPr>
          <p:cNvPr id="14" name="Freeform 3">
            <a:extLst>
              <a:ext uri="{FF2B5EF4-FFF2-40B4-BE49-F238E27FC236}">
                <a16:creationId xmlns:a16="http://schemas.microsoft.com/office/drawing/2014/main" id="{DD8CF26A-1190-396D-05C4-6370D5909F85}"/>
              </a:ext>
            </a:extLst>
          </p:cNvPr>
          <p:cNvSpPr>
            <a:spLocks noChangeArrowheads="1"/>
          </p:cNvSpPr>
          <p:nvPr userDrawn="1"/>
        </p:nvSpPr>
        <p:spPr bwMode="auto">
          <a:xfrm>
            <a:off x="7215960" y="5560657"/>
            <a:ext cx="1546735" cy="1306397"/>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5"/>
          </a:solidFill>
          <a:ln>
            <a:noFill/>
          </a:ln>
          <a:effectLst/>
        </p:spPr>
        <p:txBody>
          <a:bodyPr wrap="none" anchor="ctr"/>
          <a:lstStyle/>
          <a:p>
            <a:endParaRPr lang="nl-NL"/>
          </a:p>
        </p:txBody>
      </p:sp>
      <p:pic>
        <p:nvPicPr>
          <p:cNvPr id="2" name="Afbeelding 1">
            <a:extLst>
              <a:ext uri="{FF2B5EF4-FFF2-40B4-BE49-F238E27FC236}">
                <a16:creationId xmlns:a16="http://schemas.microsoft.com/office/drawing/2014/main" id="{3E6A2E90-E2EC-CA11-A986-279476F976C6}"/>
              </a:ext>
            </a:extLst>
          </p:cNvPr>
          <p:cNvPicPr>
            <a:picLocks noChangeAspect="1"/>
          </p:cNvPicPr>
          <p:nvPr userDrawn="1"/>
        </p:nvPicPr>
        <p:blipFill>
          <a:blip r:embed="rId2"/>
          <a:stretch>
            <a:fillRect/>
          </a:stretch>
        </p:blipFill>
        <p:spPr>
          <a:xfrm>
            <a:off x="719139" y="5867400"/>
            <a:ext cx="1627993" cy="476249"/>
          </a:xfrm>
          <a:prstGeom prst="rect">
            <a:avLst/>
          </a:prstGeom>
        </p:spPr>
      </p:pic>
    </p:spTree>
    <p:extLst>
      <p:ext uri="{BB962C8B-B14F-4D97-AF65-F5344CB8AC3E}">
        <p14:creationId xmlns:p14="http://schemas.microsoft.com/office/powerpoint/2010/main" val="73598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pening slide - wit - met foto groot">
    <p:spTree>
      <p:nvGrpSpPr>
        <p:cNvPr id="1" name=""/>
        <p:cNvGrpSpPr/>
        <p:nvPr/>
      </p:nvGrpSpPr>
      <p:grpSpPr>
        <a:xfrm>
          <a:off x="0" y="0"/>
          <a:ext cx="0" cy="0"/>
          <a:chOff x="0" y="0"/>
          <a:chExt cx="0" cy="0"/>
        </a:xfrm>
      </p:grpSpPr>
      <p:sp>
        <p:nvSpPr>
          <p:cNvPr id="4" name="Tijdelijke aanduiding voor afbeelding 16">
            <a:extLst>
              <a:ext uri="{FF2B5EF4-FFF2-40B4-BE49-F238E27FC236}">
                <a16:creationId xmlns:a16="http://schemas.microsoft.com/office/drawing/2014/main" id="{16A165EE-BCBB-F1BF-3C8A-F1F1E5649A6E}"/>
              </a:ext>
            </a:extLst>
          </p:cNvPr>
          <p:cNvSpPr>
            <a:spLocks noGrp="1"/>
          </p:cNvSpPr>
          <p:nvPr>
            <p:ph type="pic" sz="quarter" idx="13" hasCustomPrompt="1"/>
          </p:nvPr>
        </p:nvSpPr>
        <p:spPr>
          <a:xfrm>
            <a:off x="0" y="0"/>
            <a:ext cx="12192000" cy="6858000"/>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nl-NL" dirty="0"/>
              <a:t>Klik op onderstaand pictogram </a:t>
            </a:r>
            <a:br>
              <a:rPr lang="nl-NL" dirty="0"/>
            </a:br>
            <a:r>
              <a:rPr lang="nl-NL" dirty="0"/>
              <a:t>om een afbeelding in te voegen</a:t>
            </a:r>
          </a:p>
        </p:txBody>
      </p:sp>
      <p:sp>
        <p:nvSpPr>
          <p:cNvPr id="5" name="Tijdelijke aanduiding voor tekst 10">
            <a:extLst>
              <a:ext uri="{FF2B5EF4-FFF2-40B4-BE49-F238E27FC236}">
                <a16:creationId xmlns:a16="http://schemas.microsoft.com/office/drawing/2014/main" id="{4F8C25D5-A87A-ED0E-D0DC-7F5A3AC193C0}"/>
              </a:ext>
            </a:extLst>
          </p:cNvPr>
          <p:cNvSpPr>
            <a:spLocks noGrp="1"/>
          </p:cNvSpPr>
          <p:nvPr>
            <p:ph type="body" sz="quarter" idx="15" hasCustomPrompt="1"/>
          </p:nvPr>
        </p:nvSpPr>
        <p:spPr>
          <a:xfrm>
            <a:off x="0" y="3585029"/>
            <a:ext cx="5763735" cy="3272971"/>
          </a:xfrm>
          <a:custGeom>
            <a:avLst/>
            <a:gdLst>
              <a:gd name="connsiteX0" fmla="*/ 0 w 12584494"/>
              <a:gd name="connsiteY0" fmla="*/ 0 h 7146179"/>
              <a:gd name="connsiteX1" fmla="*/ 11453595 w 12584494"/>
              <a:gd name="connsiteY1" fmla="*/ 0 h 7146179"/>
              <a:gd name="connsiteX2" fmla="*/ 12560784 w 12584494"/>
              <a:gd name="connsiteY2" fmla="*/ 1359399 h 7146179"/>
              <a:gd name="connsiteX3" fmla="*/ 11373593 w 12584494"/>
              <a:gd name="connsiteY3" fmla="*/ 7146179 h 7146179"/>
              <a:gd name="connsiteX4" fmla="*/ 0 w 12584494"/>
              <a:gd name="connsiteY4" fmla="*/ 7146179 h 7146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4494" h="7146179">
                <a:moveTo>
                  <a:pt x="0" y="0"/>
                </a:moveTo>
                <a:lnTo>
                  <a:pt x="11453595" y="0"/>
                </a:lnTo>
                <a:cubicBezTo>
                  <a:pt x="12168701" y="0"/>
                  <a:pt x="12705587" y="657414"/>
                  <a:pt x="12560784" y="1359399"/>
                </a:cubicBezTo>
                <a:lnTo>
                  <a:pt x="11373593" y="7146179"/>
                </a:lnTo>
                <a:lnTo>
                  <a:pt x="0" y="7146179"/>
                </a:lnTo>
                <a:close/>
              </a:path>
            </a:pathLst>
          </a:custGeom>
          <a:solidFill>
            <a:schemeClr val="bg1"/>
          </a:solidFill>
        </p:spPr>
        <p:txBody>
          <a:bodyPr wrap="square">
            <a:noAutofit/>
          </a:bodyPr>
          <a:lstStyle>
            <a:lvl1pPr marL="0" indent="0">
              <a:buNone/>
              <a:defRPr>
                <a:solidFill>
                  <a:schemeClr val="tx1">
                    <a:alpha val="0"/>
                  </a:schemeClr>
                </a:solidFill>
              </a:defRPr>
            </a:lvl1pPr>
          </a:lstStyle>
          <a:p>
            <a:pPr lvl="0"/>
            <a:r>
              <a:rPr lang="nl-NL" dirty="0"/>
              <a:t> </a:t>
            </a:r>
          </a:p>
        </p:txBody>
      </p:sp>
      <p:sp>
        <p:nvSpPr>
          <p:cNvPr id="10" name="Titel 1">
            <a:extLst>
              <a:ext uri="{FF2B5EF4-FFF2-40B4-BE49-F238E27FC236}">
                <a16:creationId xmlns:a16="http://schemas.microsoft.com/office/drawing/2014/main" id="{455B62A2-2FE4-7189-7DCE-EA03612F129D}"/>
              </a:ext>
            </a:extLst>
          </p:cNvPr>
          <p:cNvSpPr>
            <a:spLocks noGrp="1"/>
          </p:cNvSpPr>
          <p:nvPr>
            <p:ph type="ctrTitle" hasCustomPrompt="1"/>
          </p:nvPr>
        </p:nvSpPr>
        <p:spPr>
          <a:xfrm>
            <a:off x="703640" y="4124325"/>
            <a:ext cx="4264967" cy="800100"/>
          </a:xfrm>
        </p:spPr>
        <p:txBody>
          <a:bodyPr anchor="t"/>
          <a:lstStyle>
            <a:lvl1pPr algn="l">
              <a:lnSpc>
                <a:spcPct val="80000"/>
              </a:lnSpc>
              <a:defRPr sz="3600" b="1" i="1">
                <a:solidFill>
                  <a:schemeClr val="accent6"/>
                </a:solidFill>
              </a:defRPr>
            </a:lvl1pPr>
          </a:lstStyle>
          <a:p>
            <a:r>
              <a:rPr lang="nl-NL" noProof="0" dirty="0"/>
              <a:t>KLIK OM TITEL</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B564EF48-B61F-2BA0-00FB-DE1EF5560849}"/>
              </a:ext>
            </a:extLst>
          </p:cNvPr>
          <p:cNvSpPr>
            <a:spLocks noGrp="1"/>
          </p:cNvSpPr>
          <p:nvPr>
            <p:ph type="body" sz="quarter" idx="21" hasCustomPrompt="1"/>
          </p:nvPr>
        </p:nvSpPr>
        <p:spPr>
          <a:xfrm>
            <a:off x="719139" y="5295900"/>
            <a:ext cx="4264966" cy="885825"/>
          </a:xfrm>
        </p:spPr>
        <p:txBody>
          <a:bodyPr/>
          <a:lstStyle>
            <a:lvl1pPr marL="0" indent="0">
              <a:buClr>
                <a:schemeClr val="tx1"/>
              </a:buClr>
              <a:buFont typeface="Arial" panose="020B0604020202020204" pitchFamily="34" charset="0"/>
              <a:buNone/>
              <a:defRPr>
                <a:solidFill>
                  <a:schemeClr val="accent6"/>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accent6"/>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12" name="Rechthoek 11">
            <a:extLst>
              <a:ext uri="{FF2B5EF4-FFF2-40B4-BE49-F238E27FC236}">
                <a16:creationId xmlns:a16="http://schemas.microsoft.com/office/drawing/2014/main" id="{9158477A-1BC4-A5FC-BC4E-A119F04574E0}"/>
              </a:ext>
            </a:extLst>
          </p:cNvPr>
          <p:cNvSpPr/>
          <p:nvPr userDrawn="1"/>
        </p:nvSpPr>
        <p:spPr>
          <a:xfrm>
            <a:off x="0" y="-425941"/>
            <a:ext cx="259846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Opening slide - wit - met foto groot</a:t>
            </a:r>
          </a:p>
        </p:txBody>
      </p:sp>
      <p:sp>
        <p:nvSpPr>
          <p:cNvPr id="24" name="Tijdelijke aanduiding voor tekst 23">
            <a:extLst>
              <a:ext uri="{FF2B5EF4-FFF2-40B4-BE49-F238E27FC236}">
                <a16:creationId xmlns:a16="http://schemas.microsoft.com/office/drawing/2014/main" id="{5B43D134-47EC-AB4C-DE88-0FBC41BD111B}"/>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25" name="Tijdelijke aanduiding voor tekst 24">
            <a:extLst>
              <a:ext uri="{FF2B5EF4-FFF2-40B4-BE49-F238E27FC236}">
                <a16:creationId xmlns:a16="http://schemas.microsoft.com/office/drawing/2014/main" id="{D049C73D-8803-7C42-7981-A972D4009246}"/>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631366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pening slide - rood - met foto groot">
    <p:spTree>
      <p:nvGrpSpPr>
        <p:cNvPr id="1" name=""/>
        <p:cNvGrpSpPr/>
        <p:nvPr/>
      </p:nvGrpSpPr>
      <p:grpSpPr>
        <a:xfrm>
          <a:off x="0" y="0"/>
          <a:ext cx="0" cy="0"/>
          <a:chOff x="0" y="0"/>
          <a:chExt cx="0" cy="0"/>
        </a:xfrm>
      </p:grpSpPr>
      <p:sp>
        <p:nvSpPr>
          <p:cNvPr id="4" name="Tijdelijke aanduiding voor afbeelding 16">
            <a:extLst>
              <a:ext uri="{FF2B5EF4-FFF2-40B4-BE49-F238E27FC236}">
                <a16:creationId xmlns:a16="http://schemas.microsoft.com/office/drawing/2014/main" id="{16A165EE-BCBB-F1BF-3C8A-F1F1E5649A6E}"/>
              </a:ext>
            </a:extLst>
          </p:cNvPr>
          <p:cNvSpPr>
            <a:spLocks noGrp="1"/>
          </p:cNvSpPr>
          <p:nvPr>
            <p:ph type="pic" sz="quarter" idx="13" hasCustomPrompt="1"/>
          </p:nvPr>
        </p:nvSpPr>
        <p:spPr>
          <a:xfrm>
            <a:off x="0" y="0"/>
            <a:ext cx="12192000" cy="6858000"/>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nl-NL" dirty="0"/>
              <a:t>Klik op onderstaand pictogram </a:t>
            </a:r>
            <a:br>
              <a:rPr lang="nl-NL" dirty="0"/>
            </a:br>
            <a:r>
              <a:rPr lang="nl-NL" dirty="0"/>
              <a:t>om een afbeelding in te voegen</a:t>
            </a:r>
          </a:p>
        </p:txBody>
      </p:sp>
      <p:sp>
        <p:nvSpPr>
          <p:cNvPr id="5" name="Tijdelijke aanduiding voor tekst 10">
            <a:extLst>
              <a:ext uri="{FF2B5EF4-FFF2-40B4-BE49-F238E27FC236}">
                <a16:creationId xmlns:a16="http://schemas.microsoft.com/office/drawing/2014/main" id="{4F8C25D5-A87A-ED0E-D0DC-7F5A3AC193C0}"/>
              </a:ext>
            </a:extLst>
          </p:cNvPr>
          <p:cNvSpPr>
            <a:spLocks noGrp="1"/>
          </p:cNvSpPr>
          <p:nvPr>
            <p:ph type="body" sz="quarter" idx="15" hasCustomPrompt="1"/>
          </p:nvPr>
        </p:nvSpPr>
        <p:spPr>
          <a:xfrm>
            <a:off x="0" y="3585029"/>
            <a:ext cx="5763735" cy="3272971"/>
          </a:xfrm>
          <a:custGeom>
            <a:avLst/>
            <a:gdLst>
              <a:gd name="connsiteX0" fmla="*/ 0 w 12584494"/>
              <a:gd name="connsiteY0" fmla="*/ 0 h 7146179"/>
              <a:gd name="connsiteX1" fmla="*/ 11453595 w 12584494"/>
              <a:gd name="connsiteY1" fmla="*/ 0 h 7146179"/>
              <a:gd name="connsiteX2" fmla="*/ 12560784 w 12584494"/>
              <a:gd name="connsiteY2" fmla="*/ 1359399 h 7146179"/>
              <a:gd name="connsiteX3" fmla="*/ 11373593 w 12584494"/>
              <a:gd name="connsiteY3" fmla="*/ 7146179 h 7146179"/>
              <a:gd name="connsiteX4" fmla="*/ 0 w 12584494"/>
              <a:gd name="connsiteY4" fmla="*/ 7146179 h 7146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4494" h="7146179">
                <a:moveTo>
                  <a:pt x="0" y="0"/>
                </a:moveTo>
                <a:lnTo>
                  <a:pt x="11453595" y="0"/>
                </a:lnTo>
                <a:cubicBezTo>
                  <a:pt x="12168701" y="0"/>
                  <a:pt x="12705587" y="657414"/>
                  <a:pt x="12560784" y="1359399"/>
                </a:cubicBezTo>
                <a:lnTo>
                  <a:pt x="11373593" y="7146179"/>
                </a:lnTo>
                <a:lnTo>
                  <a:pt x="0" y="7146179"/>
                </a:lnTo>
                <a:close/>
              </a:path>
            </a:pathLst>
          </a:custGeom>
          <a:solidFill>
            <a:schemeClr val="accent1"/>
          </a:solidFill>
        </p:spPr>
        <p:txBody>
          <a:bodyPr wrap="square">
            <a:noAutofit/>
          </a:bodyPr>
          <a:lstStyle>
            <a:lvl1pPr marL="0" indent="0">
              <a:buNone/>
              <a:defRPr>
                <a:solidFill>
                  <a:schemeClr val="tx1">
                    <a:alpha val="0"/>
                  </a:schemeClr>
                </a:solidFill>
              </a:defRPr>
            </a:lvl1pPr>
          </a:lstStyle>
          <a:p>
            <a:pPr lvl="0"/>
            <a:r>
              <a:rPr lang="nl-NL" dirty="0"/>
              <a:t> </a:t>
            </a:r>
          </a:p>
        </p:txBody>
      </p:sp>
      <p:sp>
        <p:nvSpPr>
          <p:cNvPr id="10" name="Titel 1">
            <a:extLst>
              <a:ext uri="{FF2B5EF4-FFF2-40B4-BE49-F238E27FC236}">
                <a16:creationId xmlns:a16="http://schemas.microsoft.com/office/drawing/2014/main" id="{455B62A2-2FE4-7189-7DCE-EA03612F129D}"/>
              </a:ext>
            </a:extLst>
          </p:cNvPr>
          <p:cNvSpPr>
            <a:spLocks noGrp="1"/>
          </p:cNvSpPr>
          <p:nvPr>
            <p:ph type="ctrTitle" hasCustomPrompt="1"/>
          </p:nvPr>
        </p:nvSpPr>
        <p:spPr>
          <a:xfrm>
            <a:off x="703640" y="4124325"/>
            <a:ext cx="4264967" cy="800100"/>
          </a:xfrm>
        </p:spPr>
        <p:txBody>
          <a:bodyPr anchor="t"/>
          <a:lstStyle>
            <a:lvl1pPr algn="l">
              <a:lnSpc>
                <a:spcPct val="80000"/>
              </a:lnSpc>
              <a:defRPr sz="3600" b="1" i="1">
                <a:solidFill>
                  <a:schemeClr val="bg1"/>
                </a:solidFill>
              </a:defRPr>
            </a:lvl1pPr>
          </a:lstStyle>
          <a:p>
            <a:r>
              <a:rPr lang="nl-NL" noProof="0" dirty="0"/>
              <a:t>KLIK OM TITEL</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B564EF48-B61F-2BA0-00FB-DE1EF5560849}"/>
              </a:ext>
            </a:extLst>
          </p:cNvPr>
          <p:cNvSpPr>
            <a:spLocks noGrp="1"/>
          </p:cNvSpPr>
          <p:nvPr>
            <p:ph type="body" sz="quarter" idx="21" hasCustomPrompt="1"/>
          </p:nvPr>
        </p:nvSpPr>
        <p:spPr>
          <a:xfrm>
            <a:off x="719139" y="5295900"/>
            <a:ext cx="4264966" cy="885825"/>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12" name="Rechthoek 11">
            <a:extLst>
              <a:ext uri="{FF2B5EF4-FFF2-40B4-BE49-F238E27FC236}">
                <a16:creationId xmlns:a16="http://schemas.microsoft.com/office/drawing/2014/main" id="{9158477A-1BC4-A5FC-BC4E-A119F04574E0}"/>
              </a:ext>
            </a:extLst>
          </p:cNvPr>
          <p:cNvSpPr/>
          <p:nvPr userDrawn="1"/>
        </p:nvSpPr>
        <p:spPr>
          <a:xfrm>
            <a:off x="0" y="-425941"/>
            <a:ext cx="2689839"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Opening slide - rood - met foto groot</a:t>
            </a:r>
          </a:p>
        </p:txBody>
      </p:sp>
      <p:sp>
        <p:nvSpPr>
          <p:cNvPr id="24" name="Tijdelijke aanduiding voor tekst 23">
            <a:extLst>
              <a:ext uri="{FF2B5EF4-FFF2-40B4-BE49-F238E27FC236}">
                <a16:creationId xmlns:a16="http://schemas.microsoft.com/office/drawing/2014/main" id="{2CB9C423-7205-D242-5909-EFAEF35807CF}"/>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25" name="Tijdelijke aanduiding voor tekst 24">
            <a:extLst>
              <a:ext uri="{FF2B5EF4-FFF2-40B4-BE49-F238E27FC236}">
                <a16:creationId xmlns:a16="http://schemas.microsoft.com/office/drawing/2014/main" id="{9B0EA265-EE2D-4869-374A-8E0AFC82078C}"/>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496485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pening slide - blauw - met foto groot">
    <p:spTree>
      <p:nvGrpSpPr>
        <p:cNvPr id="1" name=""/>
        <p:cNvGrpSpPr/>
        <p:nvPr/>
      </p:nvGrpSpPr>
      <p:grpSpPr>
        <a:xfrm>
          <a:off x="0" y="0"/>
          <a:ext cx="0" cy="0"/>
          <a:chOff x="0" y="0"/>
          <a:chExt cx="0" cy="0"/>
        </a:xfrm>
      </p:grpSpPr>
      <p:sp>
        <p:nvSpPr>
          <p:cNvPr id="4" name="Tijdelijke aanduiding voor afbeelding 16">
            <a:extLst>
              <a:ext uri="{FF2B5EF4-FFF2-40B4-BE49-F238E27FC236}">
                <a16:creationId xmlns:a16="http://schemas.microsoft.com/office/drawing/2014/main" id="{16A165EE-BCBB-F1BF-3C8A-F1F1E5649A6E}"/>
              </a:ext>
            </a:extLst>
          </p:cNvPr>
          <p:cNvSpPr>
            <a:spLocks noGrp="1"/>
          </p:cNvSpPr>
          <p:nvPr>
            <p:ph type="pic" sz="quarter" idx="13" hasCustomPrompt="1"/>
          </p:nvPr>
        </p:nvSpPr>
        <p:spPr>
          <a:xfrm>
            <a:off x="0" y="0"/>
            <a:ext cx="12192000" cy="6858000"/>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nl-NL" dirty="0"/>
              <a:t>Klik op onderstaand pictogram </a:t>
            </a:r>
            <a:br>
              <a:rPr lang="nl-NL" dirty="0"/>
            </a:br>
            <a:r>
              <a:rPr lang="nl-NL" dirty="0"/>
              <a:t>om een afbeelding in te voegen</a:t>
            </a:r>
          </a:p>
        </p:txBody>
      </p:sp>
      <p:sp>
        <p:nvSpPr>
          <p:cNvPr id="5" name="Tijdelijke aanduiding voor tekst 10">
            <a:extLst>
              <a:ext uri="{FF2B5EF4-FFF2-40B4-BE49-F238E27FC236}">
                <a16:creationId xmlns:a16="http://schemas.microsoft.com/office/drawing/2014/main" id="{4F8C25D5-A87A-ED0E-D0DC-7F5A3AC193C0}"/>
              </a:ext>
            </a:extLst>
          </p:cNvPr>
          <p:cNvSpPr>
            <a:spLocks noGrp="1"/>
          </p:cNvSpPr>
          <p:nvPr>
            <p:ph type="body" sz="quarter" idx="15" hasCustomPrompt="1"/>
          </p:nvPr>
        </p:nvSpPr>
        <p:spPr>
          <a:xfrm>
            <a:off x="0" y="3585029"/>
            <a:ext cx="5763735" cy="3272971"/>
          </a:xfrm>
          <a:custGeom>
            <a:avLst/>
            <a:gdLst>
              <a:gd name="connsiteX0" fmla="*/ 0 w 12584494"/>
              <a:gd name="connsiteY0" fmla="*/ 0 h 7146179"/>
              <a:gd name="connsiteX1" fmla="*/ 11453595 w 12584494"/>
              <a:gd name="connsiteY1" fmla="*/ 0 h 7146179"/>
              <a:gd name="connsiteX2" fmla="*/ 12560784 w 12584494"/>
              <a:gd name="connsiteY2" fmla="*/ 1359399 h 7146179"/>
              <a:gd name="connsiteX3" fmla="*/ 11373593 w 12584494"/>
              <a:gd name="connsiteY3" fmla="*/ 7146179 h 7146179"/>
              <a:gd name="connsiteX4" fmla="*/ 0 w 12584494"/>
              <a:gd name="connsiteY4" fmla="*/ 7146179 h 7146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4494" h="7146179">
                <a:moveTo>
                  <a:pt x="0" y="0"/>
                </a:moveTo>
                <a:lnTo>
                  <a:pt x="11453595" y="0"/>
                </a:lnTo>
                <a:cubicBezTo>
                  <a:pt x="12168701" y="0"/>
                  <a:pt x="12705587" y="657414"/>
                  <a:pt x="12560784" y="1359399"/>
                </a:cubicBezTo>
                <a:lnTo>
                  <a:pt x="11373593" y="7146179"/>
                </a:lnTo>
                <a:lnTo>
                  <a:pt x="0" y="7146179"/>
                </a:lnTo>
                <a:close/>
              </a:path>
            </a:pathLst>
          </a:custGeom>
          <a:solidFill>
            <a:schemeClr val="accent6"/>
          </a:solidFill>
        </p:spPr>
        <p:txBody>
          <a:bodyPr wrap="square">
            <a:noAutofit/>
          </a:bodyPr>
          <a:lstStyle>
            <a:lvl1pPr marL="0" indent="0">
              <a:buNone/>
              <a:defRPr>
                <a:solidFill>
                  <a:schemeClr val="tx1">
                    <a:alpha val="0"/>
                  </a:schemeClr>
                </a:solidFill>
              </a:defRPr>
            </a:lvl1pPr>
          </a:lstStyle>
          <a:p>
            <a:pPr lvl="0"/>
            <a:r>
              <a:rPr lang="nl-NL" dirty="0"/>
              <a:t> </a:t>
            </a:r>
          </a:p>
        </p:txBody>
      </p:sp>
      <p:sp>
        <p:nvSpPr>
          <p:cNvPr id="10" name="Titel 1">
            <a:extLst>
              <a:ext uri="{FF2B5EF4-FFF2-40B4-BE49-F238E27FC236}">
                <a16:creationId xmlns:a16="http://schemas.microsoft.com/office/drawing/2014/main" id="{455B62A2-2FE4-7189-7DCE-EA03612F129D}"/>
              </a:ext>
            </a:extLst>
          </p:cNvPr>
          <p:cNvSpPr>
            <a:spLocks noGrp="1"/>
          </p:cNvSpPr>
          <p:nvPr>
            <p:ph type="ctrTitle" hasCustomPrompt="1"/>
          </p:nvPr>
        </p:nvSpPr>
        <p:spPr>
          <a:xfrm>
            <a:off x="703640" y="4124325"/>
            <a:ext cx="4264967" cy="800100"/>
          </a:xfrm>
        </p:spPr>
        <p:txBody>
          <a:bodyPr anchor="t"/>
          <a:lstStyle>
            <a:lvl1pPr algn="l">
              <a:lnSpc>
                <a:spcPct val="80000"/>
              </a:lnSpc>
              <a:defRPr sz="3600" b="1" i="1">
                <a:solidFill>
                  <a:schemeClr val="bg1"/>
                </a:solidFill>
              </a:defRPr>
            </a:lvl1pPr>
          </a:lstStyle>
          <a:p>
            <a:r>
              <a:rPr lang="nl-NL" noProof="0" dirty="0"/>
              <a:t>KLIK OM TITEL</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B564EF48-B61F-2BA0-00FB-DE1EF5560849}"/>
              </a:ext>
            </a:extLst>
          </p:cNvPr>
          <p:cNvSpPr>
            <a:spLocks noGrp="1"/>
          </p:cNvSpPr>
          <p:nvPr>
            <p:ph type="body" sz="quarter" idx="21" hasCustomPrompt="1"/>
          </p:nvPr>
        </p:nvSpPr>
        <p:spPr>
          <a:xfrm>
            <a:off x="719139" y="5295900"/>
            <a:ext cx="4264966" cy="885825"/>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12" name="Rechthoek 11">
            <a:extLst>
              <a:ext uri="{FF2B5EF4-FFF2-40B4-BE49-F238E27FC236}">
                <a16:creationId xmlns:a16="http://schemas.microsoft.com/office/drawing/2014/main" id="{9158477A-1BC4-A5FC-BC4E-A119F04574E0}"/>
              </a:ext>
            </a:extLst>
          </p:cNvPr>
          <p:cNvSpPr/>
          <p:nvPr userDrawn="1"/>
        </p:nvSpPr>
        <p:spPr>
          <a:xfrm>
            <a:off x="0" y="-425941"/>
            <a:ext cx="2792431"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Opening slide - blauw - met foto groot</a:t>
            </a:r>
          </a:p>
        </p:txBody>
      </p:sp>
      <p:sp>
        <p:nvSpPr>
          <p:cNvPr id="3" name="Tijdelijke aanduiding voor tekst 2">
            <a:extLst>
              <a:ext uri="{FF2B5EF4-FFF2-40B4-BE49-F238E27FC236}">
                <a16:creationId xmlns:a16="http://schemas.microsoft.com/office/drawing/2014/main" id="{0BA082FE-890F-87E9-402C-8771F803EE72}"/>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6" name="Tijdelijke aanduiding voor tekst 5">
            <a:extLst>
              <a:ext uri="{FF2B5EF4-FFF2-40B4-BE49-F238E27FC236}">
                <a16:creationId xmlns:a16="http://schemas.microsoft.com/office/drawing/2014/main" id="{63BDFA96-DDD2-543F-2726-B3359122CB05}"/>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260631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pening slide - paars - met foto groot">
    <p:spTree>
      <p:nvGrpSpPr>
        <p:cNvPr id="1" name=""/>
        <p:cNvGrpSpPr/>
        <p:nvPr/>
      </p:nvGrpSpPr>
      <p:grpSpPr>
        <a:xfrm>
          <a:off x="0" y="0"/>
          <a:ext cx="0" cy="0"/>
          <a:chOff x="0" y="0"/>
          <a:chExt cx="0" cy="0"/>
        </a:xfrm>
      </p:grpSpPr>
      <p:sp>
        <p:nvSpPr>
          <p:cNvPr id="4" name="Tijdelijke aanduiding voor afbeelding 16">
            <a:extLst>
              <a:ext uri="{FF2B5EF4-FFF2-40B4-BE49-F238E27FC236}">
                <a16:creationId xmlns:a16="http://schemas.microsoft.com/office/drawing/2014/main" id="{16A165EE-BCBB-F1BF-3C8A-F1F1E5649A6E}"/>
              </a:ext>
            </a:extLst>
          </p:cNvPr>
          <p:cNvSpPr>
            <a:spLocks noGrp="1"/>
          </p:cNvSpPr>
          <p:nvPr>
            <p:ph type="pic" sz="quarter" idx="13" hasCustomPrompt="1"/>
          </p:nvPr>
        </p:nvSpPr>
        <p:spPr>
          <a:xfrm>
            <a:off x="0" y="0"/>
            <a:ext cx="12192000" cy="6858000"/>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nl-NL" dirty="0"/>
              <a:t>Klik op onderstaand pictogram </a:t>
            </a:r>
            <a:br>
              <a:rPr lang="nl-NL" dirty="0"/>
            </a:br>
            <a:r>
              <a:rPr lang="nl-NL" dirty="0"/>
              <a:t>om een afbeelding in te voegen</a:t>
            </a:r>
          </a:p>
        </p:txBody>
      </p:sp>
      <p:sp>
        <p:nvSpPr>
          <p:cNvPr id="5" name="Tijdelijke aanduiding voor tekst 10">
            <a:extLst>
              <a:ext uri="{FF2B5EF4-FFF2-40B4-BE49-F238E27FC236}">
                <a16:creationId xmlns:a16="http://schemas.microsoft.com/office/drawing/2014/main" id="{4F8C25D5-A87A-ED0E-D0DC-7F5A3AC193C0}"/>
              </a:ext>
            </a:extLst>
          </p:cNvPr>
          <p:cNvSpPr>
            <a:spLocks noGrp="1"/>
          </p:cNvSpPr>
          <p:nvPr>
            <p:ph type="body" sz="quarter" idx="15" hasCustomPrompt="1"/>
          </p:nvPr>
        </p:nvSpPr>
        <p:spPr>
          <a:xfrm>
            <a:off x="0" y="3585029"/>
            <a:ext cx="5763735" cy="3272971"/>
          </a:xfrm>
          <a:custGeom>
            <a:avLst/>
            <a:gdLst>
              <a:gd name="connsiteX0" fmla="*/ 0 w 12584494"/>
              <a:gd name="connsiteY0" fmla="*/ 0 h 7146179"/>
              <a:gd name="connsiteX1" fmla="*/ 11453595 w 12584494"/>
              <a:gd name="connsiteY1" fmla="*/ 0 h 7146179"/>
              <a:gd name="connsiteX2" fmla="*/ 12560784 w 12584494"/>
              <a:gd name="connsiteY2" fmla="*/ 1359399 h 7146179"/>
              <a:gd name="connsiteX3" fmla="*/ 11373593 w 12584494"/>
              <a:gd name="connsiteY3" fmla="*/ 7146179 h 7146179"/>
              <a:gd name="connsiteX4" fmla="*/ 0 w 12584494"/>
              <a:gd name="connsiteY4" fmla="*/ 7146179 h 7146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4494" h="7146179">
                <a:moveTo>
                  <a:pt x="0" y="0"/>
                </a:moveTo>
                <a:lnTo>
                  <a:pt x="11453595" y="0"/>
                </a:lnTo>
                <a:cubicBezTo>
                  <a:pt x="12168701" y="0"/>
                  <a:pt x="12705587" y="657414"/>
                  <a:pt x="12560784" y="1359399"/>
                </a:cubicBezTo>
                <a:lnTo>
                  <a:pt x="11373593" y="7146179"/>
                </a:lnTo>
                <a:lnTo>
                  <a:pt x="0" y="7146179"/>
                </a:lnTo>
                <a:close/>
              </a:path>
            </a:pathLst>
          </a:custGeom>
          <a:solidFill>
            <a:schemeClr val="accent4"/>
          </a:solidFill>
        </p:spPr>
        <p:txBody>
          <a:bodyPr wrap="square">
            <a:noAutofit/>
          </a:bodyPr>
          <a:lstStyle>
            <a:lvl1pPr marL="0" indent="0">
              <a:buNone/>
              <a:defRPr>
                <a:solidFill>
                  <a:schemeClr val="tx1">
                    <a:alpha val="0"/>
                  </a:schemeClr>
                </a:solidFill>
              </a:defRPr>
            </a:lvl1pPr>
          </a:lstStyle>
          <a:p>
            <a:pPr lvl="0"/>
            <a:r>
              <a:rPr lang="nl-NL" dirty="0"/>
              <a:t> </a:t>
            </a:r>
          </a:p>
        </p:txBody>
      </p:sp>
      <p:sp>
        <p:nvSpPr>
          <p:cNvPr id="10" name="Titel 1">
            <a:extLst>
              <a:ext uri="{FF2B5EF4-FFF2-40B4-BE49-F238E27FC236}">
                <a16:creationId xmlns:a16="http://schemas.microsoft.com/office/drawing/2014/main" id="{455B62A2-2FE4-7189-7DCE-EA03612F129D}"/>
              </a:ext>
            </a:extLst>
          </p:cNvPr>
          <p:cNvSpPr>
            <a:spLocks noGrp="1"/>
          </p:cNvSpPr>
          <p:nvPr>
            <p:ph type="ctrTitle" hasCustomPrompt="1"/>
          </p:nvPr>
        </p:nvSpPr>
        <p:spPr>
          <a:xfrm>
            <a:off x="703640" y="4124325"/>
            <a:ext cx="4264967" cy="800100"/>
          </a:xfrm>
        </p:spPr>
        <p:txBody>
          <a:bodyPr anchor="t"/>
          <a:lstStyle>
            <a:lvl1pPr algn="l">
              <a:lnSpc>
                <a:spcPct val="80000"/>
              </a:lnSpc>
              <a:defRPr sz="3600" b="1" i="1">
                <a:solidFill>
                  <a:schemeClr val="tx1"/>
                </a:solidFill>
              </a:defRPr>
            </a:lvl1pPr>
          </a:lstStyle>
          <a:p>
            <a:r>
              <a:rPr lang="nl-NL" noProof="0" dirty="0"/>
              <a:t>KLIK OM TITEL</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B564EF48-B61F-2BA0-00FB-DE1EF5560849}"/>
              </a:ext>
            </a:extLst>
          </p:cNvPr>
          <p:cNvSpPr>
            <a:spLocks noGrp="1"/>
          </p:cNvSpPr>
          <p:nvPr>
            <p:ph type="body" sz="quarter" idx="21" hasCustomPrompt="1"/>
          </p:nvPr>
        </p:nvSpPr>
        <p:spPr>
          <a:xfrm>
            <a:off x="719139" y="5295900"/>
            <a:ext cx="4264966" cy="885825"/>
          </a:xfrm>
        </p:spPr>
        <p:txBody>
          <a:bodyPr/>
          <a:lstStyle>
            <a:lvl1pPr marL="0" indent="0">
              <a:buClr>
                <a:schemeClr val="bg1"/>
              </a:buClr>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12" name="Rechthoek 11">
            <a:extLst>
              <a:ext uri="{FF2B5EF4-FFF2-40B4-BE49-F238E27FC236}">
                <a16:creationId xmlns:a16="http://schemas.microsoft.com/office/drawing/2014/main" id="{9158477A-1BC4-A5FC-BC4E-A119F04574E0}"/>
              </a:ext>
            </a:extLst>
          </p:cNvPr>
          <p:cNvSpPr/>
          <p:nvPr userDrawn="1"/>
        </p:nvSpPr>
        <p:spPr>
          <a:xfrm>
            <a:off x="0" y="-425941"/>
            <a:ext cx="2774799"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Opening slide - paars - met foto groot</a:t>
            </a:r>
          </a:p>
        </p:txBody>
      </p:sp>
      <p:sp>
        <p:nvSpPr>
          <p:cNvPr id="2" name="Tijdelijke aanduiding voor tekst 1">
            <a:extLst>
              <a:ext uri="{FF2B5EF4-FFF2-40B4-BE49-F238E27FC236}">
                <a16:creationId xmlns:a16="http://schemas.microsoft.com/office/drawing/2014/main" id="{146AB46A-9C17-99F8-92F1-6B3125DA78C0}"/>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6" name="Tijdelijke aanduiding voor tekst 5">
            <a:extLst>
              <a:ext uri="{FF2B5EF4-FFF2-40B4-BE49-F238E27FC236}">
                <a16:creationId xmlns:a16="http://schemas.microsoft.com/office/drawing/2014/main" id="{4215B72E-E0E8-FCE4-0313-3AA4161E7A0C}"/>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39729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slide basic rood">
    <p:bg>
      <p:bgPr>
        <a:solidFill>
          <a:schemeClr val="accent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47745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basic rood</a:t>
            </a:r>
          </a:p>
        </p:txBody>
      </p:sp>
      <p:sp>
        <p:nvSpPr>
          <p:cNvPr id="6" name="Titel 1">
            <a:extLst>
              <a:ext uri="{FF2B5EF4-FFF2-40B4-BE49-F238E27FC236}">
                <a16:creationId xmlns:a16="http://schemas.microsoft.com/office/drawing/2014/main" id="{A1861D27-CA8C-01BF-985C-03BFAB1BD551}"/>
              </a:ext>
            </a:extLst>
          </p:cNvPr>
          <p:cNvSpPr>
            <a:spLocks noGrp="1"/>
          </p:cNvSpPr>
          <p:nvPr>
            <p:ph type="ctrTitle" hasCustomPrompt="1"/>
          </p:nvPr>
        </p:nvSpPr>
        <p:spPr>
          <a:xfrm>
            <a:off x="712182" y="719138"/>
            <a:ext cx="10767635" cy="5122862"/>
          </a:xfrm>
        </p:spPr>
        <p:txBody>
          <a:bodyPr anchor="t"/>
          <a:lstStyle>
            <a:lvl1pPr algn="l">
              <a:lnSpc>
                <a:spcPct val="80000"/>
              </a:lnSpc>
              <a:defRPr sz="9600" b="1" i="1">
                <a:solidFill>
                  <a:schemeClr val="bg1"/>
                </a:solidFill>
              </a:defRPr>
            </a:lvl1pPr>
          </a:lstStyle>
          <a:p>
            <a:r>
              <a:rPr lang="nl-NL" noProof="0" dirty="0"/>
              <a:t>KLIK OM TITEL</a:t>
            </a:r>
            <a:br>
              <a:rPr lang="nl-NL" noProof="0" dirty="0"/>
            </a:br>
            <a:r>
              <a:rPr lang="nl-NL" noProof="0" dirty="0"/>
              <a:t>TE </a:t>
            </a:r>
            <a:r>
              <a:rPr lang="nl-NL" noProof="0" dirty="0" err="1"/>
              <a:t>BEWERKENs</a:t>
            </a:r>
            <a:endParaRPr lang="nl-NL" noProof="0" dirty="0"/>
          </a:p>
        </p:txBody>
      </p:sp>
      <p:pic>
        <p:nvPicPr>
          <p:cNvPr id="7" name="Afbeelding 6">
            <a:extLst>
              <a:ext uri="{FF2B5EF4-FFF2-40B4-BE49-F238E27FC236}">
                <a16:creationId xmlns:a16="http://schemas.microsoft.com/office/drawing/2014/main" id="{F7355B25-7FA7-8E68-A2F5-55ED70A50E40}"/>
              </a:ext>
            </a:extLst>
          </p:cNvPr>
          <p:cNvPicPr>
            <a:picLocks noChangeAspect="1"/>
          </p:cNvPicPr>
          <p:nvPr userDrawn="1"/>
        </p:nvPicPr>
        <p:blipFill>
          <a:blip r:embed="rId2"/>
          <a:srcRect r="39"/>
          <a:stretch>
            <a:fillRect/>
          </a:stretch>
        </p:blipFill>
        <p:spPr>
          <a:xfrm>
            <a:off x="10735630" y="6325544"/>
            <a:ext cx="1668235" cy="1428616"/>
          </a:xfrm>
          <a:prstGeom prst="rect">
            <a:avLst/>
          </a:prstGeom>
        </p:spPr>
      </p:pic>
    </p:spTree>
    <p:extLst>
      <p:ext uri="{BB962C8B-B14F-4D97-AF65-F5344CB8AC3E}">
        <p14:creationId xmlns:p14="http://schemas.microsoft.com/office/powerpoint/2010/main" val="3991146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slide basic blauw">
    <p:bg>
      <p:bgPr>
        <a:solidFill>
          <a:schemeClr val="accent6"/>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58004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basic blauw</a:t>
            </a:r>
          </a:p>
        </p:txBody>
      </p:sp>
      <p:sp>
        <p:nvSpPr>
          <p:cNvPr id="6" name="Titel 1">
            <a:extLst>
              <a:ext uri="{FF2B5EF4-FFF2-40B4-BE49-F238E27FC236}">
                <a16:creationId xmlns:a16="http://schemas.microsoft.com/office/drawing/2014/main" id="{A1861D27-CA8C-01BF-985C-03BFAB1BD551}"/>
              </a:ext>
            </a:extLst>
          </p:cNvPr>
          <p:cNvSpPr>
            <a:spLocks noGrp="1"/>
          </p:cNvSpPr>
          <p:nvPr>
            <p:ph type="ctrTitle" hasCustomPrompt="1"/>
          </p:nvPr>
        </p:nvSpPr>
        <p:spPr>
          <a:xfrm>
            <a:off x="703639" y="719138"/>
            <a:ext cx="10767635" cy="5122862"/>
          </a:xfrm>
        </p:spPr>
        <p:txBody>
          <a:bodyPr vert="horz" lIns="0" tIns="0" rIns="0" bIns="0" rtlCol="0" anchor="t">
            <a:noAutofit/>
          </a:bodyPr>
          <a:lstStyle>
            <a:lvl1pPr>
              <a:defRPr lang="nl-NL" sz="9600" i="1" noProof="0" dirty="0">
                <a:solidFill>
                  <a:schemeClr val="bg1"/>
                </a:solidFill>
              </a:defRPr>
            </a:lvl1pPr>
          </a:lstStyle>
          <a:p>
            <a:pPr lvl="0">
              <a:lnSpc>
                <a:spcPct val="80000"/>
              </a:lnSpc>
            </a:pPr>
            <a:r>
              <a:rPr lang="nl-NL" noProof="0" dirty="0"/>
              <a:t>KLIK OM TITEL</a:t>
            </a:r>
            <a:br>
              <a:rPr lang="nl-NL" noProof="0" dirty="0"/>
            </a:br>
            <a:r>
              <a:rPr lang="nl-NL" noProof="0" dirty="0"/>
              <a:t>TE BEWERKEN</a:t>
            </a:r>
          </a:p>
        </p:txBody>
      </p:sp>
      <p:pic>
        <p:nvPicPr>
          <p:cNvPr id="7" name="Afbeelding 6">
            <a:extLst>
              <a:ext uri="{FF2B5EF4-FFF2-40B4-BE49-F238E27FC236}">
                <a16:creationId xmlns:a16="http://schemas.microsoft.com/office/drawing/2014/main" id="{F7355B25-7FA7-8E68-A2F5-55ED70A50E40}"/>
              </a:ext>
            </a:extLst>
          </p:cNvPr>
          <p:cNvPicPr>
            <a:picLocks noChangeAspect="1"/>
          </p:cNvPicPr>
          <p:nvPr userDrawn="1"/>
        </p:nvPicPr>
        <p:blipFill>
          <a:blip r:embed="rId2"/>
          <a:srcRect r="39"/>
          <a:stretch>
            <a:fillRect/>
          </a:stretch>
        </p:blipFill>
        <p:spPr>
          <a:xfrm>
            <a:off x="10735630" y="6325544"/>
            <a:ext cx="1668235" cy="1428616"/>
          </a:xfrm>
          <a:prstGeom prst="rect">
            <a:avLst/>
          </a:prstGeom>
        </p:spPr>
      </p:pic>
    </p:spTree>
    <p:extLst>
      <p:ext uri="{BB962C8B-B14F-4D97-AF65-F5344CB8AC3E}">
        <p14:creationId xmlns:p14="http://schemas.microsoft.com/office/powerpoint/2010/main" val="28000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slide Avatiles versie 1">
    <p:spTree>
      <p:nvGrpSpPr>
        <p:cNvPr id="1" name=""/>
        <p:cNvGrpSpPr/>
        <p:nvPr/>
      </p:nvGrpSpPr>
      <p:grpSpPr>
        <a:xfrm>
          <a:off x="0" y="0"/>
          <a:ext cx="0" cy="0"/>
          <a:chOff x="0" y="0"/>
          <a:chExt cx="0" cy="0"/>
        </a:xfrm>
      </p:grpSpPr>
      <p:grpSp>
        <p:nvGrpSpPr>
          <p:cNvPr id="9" name="Groep 8">
            <a:extLst>
              <a:ext uri="{FF2B5EF4-FFF2-40B4-BE49-F238E27FC236}">
                <a16:creationId xmlns:a16="http://schemas.microsoft.com/office/drawing/2014/main" id="{F00F88F0-7D4F-25A5-E0E7-3B2A7FF6DFA6}"/>
              </a:ext>
            </a:extLst>
          </p:cNvPr>
          <p:cNvGrpSpPr/>
          <p:nvPr userDrawn="1"/>
        </p:nvGrpSpPr>
        <p:grpSpPr>
          <a:xfrm>
            <a:off x="0" y="3262"/>
            <a:ext cx="12208931" cy="6867972"/>
            <a:chOff x="1" y="0"/>
            <a:chExt cx="24382411" cy="13716000"/>
          </a:xfrm>
        </p:grpSpPr>
        <p:sp>
          <p:nvSpPr>
            <p:cNvPr id="7" name="Vrije vorm 9">
              <a:extLst>
                <a:ext uri="{FF2B5EF4-FFF2-40B4-BE49-F238E27FC236}">
                  <a16:creationId xmlns:a16="http://schemas.microsoft.com/office/drawing/2014/main" id="{0F1C538F-B6F3-F33C-DC35-07B4BA045F81}"/>
                </a:ext>
              </a:extLst>
            </p:cNvPr>
            <p:cNvSpPr>
              <a:spLocks noChangeArrowheads="1"/>
            </p:cNvSpPr>
            <p:nvPr userDrawn="1"/>
          </p:nvSpPr>
          <p:spPr bwMode="auto">
            <a:xfrm>
              <a:off x="5750290" y="0"/>
              <a:ext cx="18632122" cy="11760438"/>
            </a:xfrm>
            <a:custGeom>
              <a:avLst/>
              <a:gdLst>
                <a:gd name="connsiteX0" fmla="*/ 2022556 w 18632122"/>
                <a:gd name="connsiteY0" fmla="*/ 0 h 11760438"/>
                <a:gd name="connsiteX1" fmla="*/ 18632122 w 18632122"/>
                <a:gd name="connsiteY1" fmla="*/ 0 h 11760438"/>
                <a:gd name="connsiteX2" fmla="*/ 18632122 w 18632122"/>
                <a:gd name="connsiteY2" fmla="*/ 11760438 h 11760438"/>
                <a:gd name="connsiteX3" fmla="*/ 1735296 w 18632122"/>
                <a:gd name="connsiteY3" fmla="*/ 11760438 h 11760438"/>
                <a:gd name="connsiteX4" fmla="*/ 35888 w 18632122"/>
                <a:gd name="connsiteY4" fmla="*/ 9676768 h 11760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32122" h="11760438">
                  <a:moveTo>
                    <a:pt x="2022556" y="0"/>
                  </a:moveTo>
                  <a:lnTo>
                    <a:pt x="18632122" y="0"/>
                  </a:lnTo>
                  <a:lnTo>
                    <a:pt x="18632122" y="11760438"/>
                  </a:lnTo>
                  <a:lnTo>
                    <a:pt x="1735296" y="11760438"/>
                  </a:lnTo>
                  <a:cubicBezTo>
                    <a:pt x="637191" y="11760438"/>
                    <a:pt x="-184376" y="10752366"/>
                    <a:pt x="35888" y="9676768"/>
                  </a:cubicBezTo>
                  <a:close/>
                </a:path>
              </a:pathLst>
            </a:custGeom>
            <a:solidFill>
              <a:schemeClr val="accent4"/>
            </a:solidFill>
            <a:ln>
              <a:noFill/>
            </a:ln>
            <a:effectLst/>
          </p:spPr>
          <p:txBody>
            <a:bodyPr wrap="square" anchor="ctr">
              <a:noAutofit/>
            </a:bodyPr>
            <a:lstStyle/>
            <a:p>
              <a:endParaRPr lang="nl-NL" sz="1600"/>
            </a:p>
          </p:txBody>
        </p:sp>
        <p:sp>
          <p:nvSpPr>
            <p:cNvPr id="8" name="Vrije vorm 12">
              <a:extLst>
                <a:ext uri="{FF2B5EF4-FFF2-40B4-BE49-F238E27FC236}">
                  <a16:creationId xmlns:a16="http://schemas.microsoft.com/office/drawing/2014/main" id="{197B8966-91F9-9F58-36B9-8B73CA658190}"/>
                </a:ext>
              </a:extLst>
            </p:cNvPr>
            <p:cNvSpPr/>
            <p:nvPr userDrawn="1"/>
          </p:nvSpPr>
          <p:spPr>
            <a:xfrm>
              <a:off x="1" y="9267552"/>
              <a:ext cx="9125737" cy="4448448"/>
            </a:xfrm>
            <a:custGeom>
              <a:avLst/>
              <a:gdLst>
                <a:gd name="connsiteX0" fmla="*/ 0 w 9125737"/>
                <a:gd name="connsiteY0" fmla="*/ 0 h 4448448"/>
                <a:gd name="connsiteX1" fmla="*/ 7390442 w 9125737"/>
                <a:gd name="connsiteY1" fmla="*/ 0 h 4448448"/>
                <a:gd name="connsiteX2" fmla="*/ 9089850 w 9125737"/>
                <a:gd name="connsiteY2" fmla="*/ 2083670 h 4448448"/>
                <a:gd name="connsiteX3" fmla="*/ 8604354 w 9125737"/>
                <a:gd name="connsiteY3" fmla="*/ 4448448 h 4448448"/>
                <a:gd name="connsiteX4" fmla="*/ 0 w 9125737"/>
                <a:gd name="connsiteY4" fmla="*/ 4448448 h 4448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5737" h="4448448">
                  <a:moveTo>
                    <a:pt x="0" y="0"/>
                  </a:moveTo>
                  <a:lnTo>
                    <a:pt x="7390442" y="0"/>
                  </a:lnTo>
                  <a:cubicBezTo>
                    <a:pt x="8488546" y="0"/>
                    <a:pt x="9310114" y="1008072"/>
                    <a:pt x="9089850" y="2083670"/>
                  </a:cubicBezTo>
                  <a:lnTo>
                    <a:pt x="8604354" y="4448448"/>
                  </a:lnTo>
                  <a:lnTo>
                    <a:pt x="0" y="4448448"/>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dirty="0">
                <a:ln>
                  <a:noFill/>
                </a:ln>
              </a:endParaRPr>
            </a:p>
          </p:txBody>
        </p:sp>
      </p:grpSp>
      <p:sp>
        <p:nvSpPr>
          <p:cNvPr id="6" name="Titel 1">
            <a:extLst>
              <a:ext uri="{FF2B5EF4-FFF2-40B4-BE49-F238E27FC236}">
                <a16:creationId xmlns:a16="http://schemas.microsoft.com/office/drawing/2014/main" id="{2F278500-BD0E-46E0-B312-D532E7D010BE}"/>
              </a:ext>
            </a:extLst>
          </p:cNvPr>
          <p:cNvSpPr>
            <a:spLocks noGrp="1"/>
          </p:cNvSpPr>
          <p:nvPr>
            <p:ph type="ctrTitle" hasCustomPrompt="1"/>
          </p:nvPr>
        </p:nvSpPr>
        <p:spPr>
          <a:xfrm>
            <a:off x="703639" y="719138"/>
            <a:ext cx="10767635" cy="5122862"/>
          </a:xfrm>
        </p:spPr>
        <p:txBody>
          <a:bodyPr vert="horz" lIns="0" tIns="0" rIns="0" bIns="0" rtlCol="0" anchor="t">
            <a:noAutofit/>
          </a:bodyPr>
          <a:lstStyle>
            <a:lvl1pPr>
              <a:defRPr lang="nl-NL" sz="9600" i="1" noProof="0" dirty="0">
                <a:solidFill>
                  <a:schemeClr val="tx1"/>
                </a:solidFill>
              </a:defRPr>
            </a:lvl1pPr>
          </a:lstStyle>
          <a:p>
            <a:pPr lvl="0">
              <a:lnSpc>
                <a:spcPct val="80000"/>
              </a:lnSpc>
            </a:pPr>
            <a:r>
              <a:rPr lang="nl-NL" noProof="0" dirty="0"/>
              <a:t>KLIK OM TITEL</a:t>
            </a:r>
            <a:br>
              <a:rPr lang="nl-NL" noProof="0" dirty="0"/>
            </a:br>
            <a:r>
              <a:rPr lang="nl-NL" noProof="0" dirty="0"/>
              <a:t>TE BEWERKEN</a:t>
            </a:r>
          </a:p>
        </p:txBody>
      </p:sp>
      <p:sp>
        <p:nvSpPr>
          <p:cNvPr id="10" name="Rechthoek 9">
            <a:extLst>
              <a:ext uri="{FF2B5EF4-FFF2-40B4-BE49-F238E27FC236}">
                <a16:creationId xmlns:a16="http://schemas.microsoft.com/office/drawing/2014/main" id="{1187E943-2075-5BFA-2E1E-ECAF5C9FE14A}"/>
              </a:ext>
            </a:extLst>
          </p:cNvPr>
          <p:cNvSpPr/>
          <p:nvPr userDrawn="1"/>
        </p:nvSpPr>
        <p:spPr>
          <a:xfrm>
            <a:off x="0" y="-425941"/>
            <a:ext cx="191417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a:t>
            </a:r>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versie 1</a:t>
            </a:r>
          </a:p>
        </p:txBody>
      </p:sp>
      <p:sp>
        <p:nvSpPr>
          <p:cNvPr id="2" name="Tijdelijke aanduiding voor tekst 1">
            <a:extLst>
              <a:ext uri="{FF2B5EF4-FFF2-40B4-BE49-F238E27FC236}">
                <a16:creationId xmlns:a16="http://schemas.microsoft.com/office/drawing/2014/main" id="{63F2302C-A64A-6865-5EDA-A4D1E27E6458}"/>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3" name="Tijdelijke aanduiding voor tekst 2">
            <a:extLst>
              <a:ext uri="{FF2B5EF4-FFF2-40B4-BE49-F238E27FC236}">
                <a16:creationId xmlns:a16="http://schemas.microsoft.com/office/drawing/2014/main" id="{86DC02FE-5B86-CFFF-5BAA-B9A56157A2B8}"/>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305682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slide Avatiles versie 2">
    <p:bg>
      <p:bgPr>
        <a:solidFill>
          <a:schemeClr val="accent6"/>
        </a:solidFill>
        <a:effectLst/>
      </p:bgPr>
    </p:bg>
    <p:spTree>
      <p:nvGrpSpPr>
        <p:cNvPr id="1" name=""/>
        <p:cNvGrpSpPr/>
        <p:nvPr/>
      </p:nvGrpSpPr>
      <p:grpSpPr>
        <a:xfrm>
          <a:off x="0" y="0"/>
          <a:ext cx="0" cy="0"/>
          <a:chOff x="0" y="0"/>
          <a:chExt cx="0" cy="0"/>
        </a:xfrm>
      </p:grpSpPr>
      <p:grpSp>
        <p:nvGrpSpPr>
          <p:cNvPr id="9" name="Groep 8">
            <a:extLst>
              <a:ext uri="{FF2B5EF4-FFF2-40B4-BE49-F238E27FC236}">
                <a16:creationId xmlns:a16="http://schemas.microsoft.com/office/drawing/2014/main" id="{F00F88F0-7D4F-25A5-E0E7-3B2A7FF6DFA6}"/>
              </a:ext>
            </a:extLst>
          </p:cNvPr>
          <p:cNvGrpSpPr/>
          <p:nvPr userDrawn="1"/>
        </p:nvGrpSpPr>
        <p:grpSpPr>
          <a:xfrm>
            <a:off x="0" y="3262"/>
            <a:ext cx="12208931" cy="6867972"/>
            <a:chOff x="1" y="0"/>
            <a:chExt cx="24382411" cy="13716000"/>
          </a:xfrm>
        </p:grpSpPr>
        <p:sp>
          <p:nvSpPr>
            <p:cNvPr id="7" name="Vrije vorm 9">
              <a:extLst>
                <a:ext uri="{FF2B5EF4-FFF2-40B4-BE49-F238E27FC236}">
                  <a16:creationId xmlns:a16="http://schemas.microsoft.com/office/drawing/2014/main" id="{0F1C538F-B6F3-F33C-DC35-07B4BA045F81}"/>
                </a:ext>
              </a:extLst>
            </p:cNvPr>
            <p:cNvSpPr>
              <a:spLocks noChangeArrowheads="1"/>
            </p:cNvSpPr>
            <p:nvPr userDrawn="1"/>
          </p:nvSpPr>
          <p:spPr bwMode="auto">
            <a:xfrm>
              <a:off x="5750290" y="0"/>
              <a:ext cx="18632122" cy="11760438"/>
            </a:xfrm>
            <a:custGeom>
              <a:avLst/>
              <a:gdLst>
                <a:gd name="connsiteX0" fmla="*/ 2022556 w 18632122"/>
                <a:gd name="connsiteY0" fmla="*/ 0 h 11760438"/>
                <a:gd name="connsiteX1" fmla="*/ 18632122 w 18632122"/>
                <a:gd name="connsiteY1" fmla="*/ 0 h 11760438"/>
                <a:gd name="connsiteX2" fmla="*/ 18632122 w 18632122"/>
                <a:gd name="connsiteY2" fmla="*/ 11760438 h 11760438"/>
                <a:gd name="connsiteX3" fmla="*/ 1735296 w 18632122"/>
                <a:gd name="connsiteY3" fmla="*/ 11760438 h 11760438"/>
                <a:gd name="connsiteX4" fmla="*/ 35888 w 18632122"/>
                <a:gd name="connsiteY4" fmla="*/ 9676768 h 11760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32122" h="11760438">
                  <a:moveTo>
                    <a:pt x="2022556" y="0"/>
                  </a:moveTo>
                  <a:lnTo>
                    <a:pt x="18632122" y="0"/>
                  </a:lnTo>
                  <a:lnTo>
                    <a:pt x="18632122" y="11760438"/>
                  </a:lnTo>
                  <a:lnTo>
                    <a:pt x="1735296" y="11760438"/>
                  </a:lnTo>
                  <a:cubicBezTo>
                    <a:pt x="637191" y="11760438"/>
                    <a:pt x="-184376" y="10752366"/>
                    <a:pt x="35888" y="9676768"/>
                  </a:cubicBezTo>
                  <a:close/>
                </a:path>
              </a:pathLst>
            </a:custGeom>
            <a:solidFill>
              <a:schemeClr val="accent5"/>
            </a:solidFill>
            <a:ln>
              <a:noFill/>
            </a:ln>
            <a:effectLst/>
          </p:spPr>
          <p:txBody>
            <a:bodyPr wrap="square" anchor="ctr">
              <a:noAutofit/>
            </a:bodyPr>
            <a:lstStyle/>
            <a:p>
              <a:endParaRPr lang="nl-NL" sz="1600" dirty="0"/>
            </a:p>
          </p:txBody>
        </p:sp>
        <p:sp>
          <p:nvSpPr>
            <p:cNvPr id="8" name="Vrije vorm 12">
              <a:extLst>
                <a:ext uri="{FF2B5EF4-FFF2-40B4-BE49-F238E27FC236}">
                  <a16:creationId xmlns:a16="http://schemas.microsoft.com/office/drawing/2014/main" id="{197B8966-91F9-9F58-36B9-8B73CA658190}"/>
                </a:ext>
              </a:extLst>
            </p:cNvPr>
            <p:cNvSpPr/>
            <p:nvPr userDrawn="1"/>
          </p:nvSpPr>
          <p:spPr>
            <a:xfrm>
              <a:off x="1" y="9267552"/>
              <a:ext cx="9125737" cy="4448448"/>
            </a:xfrm>
            <a:custGeom>
              <a:avLst/>
              <a:gdLst>
                <a:gd name="connsiteX0" fmla="*/ 0 w 9125737"/>
                <a:gd name="connsiteY0" fmla="*/ 0 h 4448448"/>
                <a:gd name="connsiteX1" fmla="*/ 7390442 w 9125737"/>
                <a:gd name="connsiteY1" fmla="*/ 0 h 4448448"/>
                <a:gd name="connsiteX2" fmla="*/ 9089850 w 9125737"/>
                <a:gd name="connsiteY2" fmla="*/ 2083670 h 4448448"/>
                <a:gd name="connsiteX3" fmla="*/ 8604354 w 9125737"/>
                <a:gd name="connsiteY3" fmla="*/ 4448448 h 4448448"/>
                <a:gd name="connsiteX4" fmla="*/ 0 w 9125737"/>
                <a:gd name="connsiteY4" fmla="*/ 4448448 h 4448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5737" h="4448448">
                  <a:moveTo>
                    <a:pt x="0" y="0"/>
                  </a:moveTo>
                  <a:lnTo>
                    <a:pt x="7390442" y="0"/>
                  </a:lnTo>
                  <a:cubicBezTo>
                    <a:pt x="8488546" y="0"/>
                    <a:pt x="9310114" y="1008072"/>
                    <a:pt x="9089850" y="2083670"/>
                  </a:cubicBezTo>
                  <a:lnTo>
                    <a:pt x="8604354" y="4448448"/>
                  </a:lnTo>
                  <a:lnTo>
                    <a:pt x="0" y="444844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dirty="0">
                <a:ln>
                  <a:noFill/>
                </a:ln>
              </a:endParaRPr>
            </a:p>
          </p:txBody>
        </p:sp>
      </p:grpSp>
      <p:sp>
        <p:nvSpPr>
          <p:cNvPr id="6" name="Titel 1">
            <a:extLst>
              <a:ext uri="{FF2B5EF4-FFF2-40B4-BE49-F238E27FC236}">
                <a16:creationId xmlns:a16="http://schemas.microsoft.com/office/drawing/2014/main" id="{2F278500-BD0E-46E0-B312-D532E7D010BE}"/>
              </a:ext>
            </a:extLst>
          </p:cNvPr>
          <p:cNvSpPr>
            <a:spLocks noGrp="1"/>
          </p:cNvSpPr>
          <p:nvPr>
            <p:ph type="ctrTitle" hasCustomPrompt="1"/>
          </p:nvPr>
        </p:nvSpPr>
        <p:spPr>
          <a:xfrm>
            <a:off x="703639" y="719138"/>
            <a:ext cx="10767635" cy="5122862"/>
          </a:xfrm>
        </p:spPr>
        <p:txBody>
          <a:bodyPr vert="horz" lIns="0" tIns="0" rIns="0" bIns="0" rtlCol="0" anchor="t">
            <a:noAutofit/>
          </a:bodyPr>
          <a:lstStyle>
            <a:lvl1pPr>
              <a:defRPr lang="nl-NL" sz="9600" i="1" noProof="0" dirty="0">
                <a:solidFill>
                  <a:schemeClr val="bg1"/>
                </a:solidFill>
              </a:defRPr>
            </a:lvl1pPr>
          </a:lstStyle>
          <a:p>
            <a:pPr lvl="0">
              <a:lnSpc>
                <a:spcPct val="80000"/>
              </a:lnSpc>
            </a:pPr>
            <a:r>
              <a:rPr lang="nl-NL" noProof="0" dirty="0"/>
              <a:t>KLIK OM TITEL</a:t>
            </a:r>
            <a:br>
              <a:rPr lang="nl-NL" noProof="0" dirty="0"/>
            </a:br>
            <a:r>
              <a:rPr lang="nl-NL" noProof="0" dirty="0"/>
              <a:t>TE BEWERKEN</a:t>
            </a:r>
          </a:p>
        </p:txBody>
      </p:sp>
      <p:sp>
        <p:nvSpPr>
          <p:cNvPr id="10" name="Rechthoek 9">
            <a:extLst>
              <a:ext uri="{FF2B5EF4-FFF2-40B4-BE49-F238E27FC236}">
                <a16:creationId xmlns:a16="http://schemas.microsoft.com/office/drawing/2014/main" id="{1187E943-2075-5BFA-2E1E-ECAF5C9FE14A}"/>
              </a:ext>
            </a:extLst>
          </p:cNvPr>
          <p:cNvSpPr/>
          <p:nvPr userDrawn="1"/>
        </p:nvSpPr>
        <p:spPr>
          <a:xfrm>
            <a:off x="0" y="-425941"/>
            <a:ext cx="191417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a:t>
            </a:r>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versie 2</a:t>
            </a:r>
          </a:p>
        </p:txBody>
      </p:sp>
      <p:pic>
        <p:nvPicPr>
          <p:cNvPr id="2" name="Afbeelding 1">
            <a:extLst>
              <a:ext uri="{FF2B5EF4-FFF2-40B4-BE49-F238E27FC236}">
                <a16:creationId xmlns:a16="http://schemas.microsoft.com/office/drawing/2014/main" id="{A39D0FCF-3065-0274-3288-7ACE51A154DD}"/>
              </a:ext>
            </a:extLst>
          </p:cNvPr>
          <p:cNvPicPr>
            <a:picLocks noChangeAspect="1"/>
          </p:cNvPicPr>
          <p:nvPr userDrawn="1"/>
        </p:nvPicPr>
        <p:blipFill>
          <a:blip r:embed="rId2"/>
          <a:srcRect r="39"/>
          <a:stretch>
            <a:fillRect/>
          </a:stretch>
        </p:blipFill>
        <p:spPr>
          <a:xfrm>
            <a:off x="10735630" y="6325544"/>
            <a:ext cx="1668235" cy="1428616"/>
          </a:xfrm>
          <a:prstGeom prst="rect">
            <a:avLst/>
          </a:prstGeom>
        </p:spPr>
      </p:pic>
    </p:spTree>
    <p:extLst>
      <p:ext uri="{BB962C8B-B14F-4D97-AF65-F5344CB8AC3E}">
        <p14:creationId xmlns:p14="http://schemas.microsoft.com/office/powerpoint/2010/main" val="1713285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slide Avatiles versie 3">
    <p:bg>
      <p:bgPr>
        <a:solidFill>
          <a:schemeClr val="accent1"/>
        </a:solidFill>
        <a:effectLst/>
      </p:bgPr>
    </p:bg>
    <p:spTree>
      <p:nvGrpSpPr>
        <p:cNvPr id="1" name=""/>
        <p:cNvGrpSpPr/>
        <p:nvPr/>
      </p:nvGrpSpPr>
      <p:grpSpPr>
        <a:xfrm>
          <a:off x="0" y="0"/>
          <a:ext cx="0" cy="0"/>
          <a:chOff x="0" y="0"/>
          <a:chExt cx="0" cy="0"/>
        </a:xfrm>
      </p:grpSpPr>
      <p:grpSp>
        <p:nvGrpSpPr>
          <p:cNvPr id="9" name="Groep 8">
            <a:extLst>
              <a:ext uri="{FF2B5EF4-FFF2-40B4-BE49-F238E27FC236}">
                <a16:creationId xmlns:a16="http://schemas.microsoft.com/office/drawing/2014/main" id="{F00F88F0-7D4F-25A5-E0E7-3B2A7FF6DFA6}"/>
              </a:ext>
            </a:extLst>
          </p:cNvPr>
          <p:cNvGrpSpPr/>
          <p:nvPr userDrawn="1"/>
        </p:nvGrpSpPr>
        <p:grpSpPr>
          <a:xfrm>
            <a:off x="0" y="3262"/>
            <a:ext cx="12208931" cy="6867972"/>
            <a:chOff x="1" y="0"/>
            <a:chExt cx="24382411" cy="13716000"/>
          </a:xfrm>
        </p:grpSpPr>
        <p:sp>
          <p:nvSpPr>
            <p:cNvPr id="7" name="Vrije vorm 9">
              <a:extLst>
                <a:ext uri="{FF2B5EF4-FFF2-40B4-BE49-F238E27FC236}">
                  <a16:creationId xmlns:a16="http://schemas.microsoft.com/office/drawing/2014/main" id="{0F1C538F-B6F3-F33C-DC35-07B4BA045F81}"/>
                </a:ext>
              </a:extLst>
            </p:cNvPr>
            <p:cNvSpPr>
              <a:spLocks noChangeArrowheads="1"/>
            </p:cNvSpPr>
            <p:nvPr userDrawn="1"/>
          </p:nvSpPr>
          <p:spPr bwMode="auto">
            <a:xfrm>
              <a:off x="5750290" y="0"/>
              <a:ext cx="18632122" cy="11760438"/>
            </a:xfrm>
            <a:custGeom>
              <a:avLst/>
              <a:gdLst>
                <a:gd name="connsiteX0" fmla="*/ 2022556 w 18632122"/>
                <a:gd name="connsiteY0" fmla="*/ 0 h 11760438"/>
                <a:gd name="connsiteX1" fmla="*/ 18632122 w 18632122"/>
                <a:gd name="connsiteY1" fmla="*/ 0 h 11760438"/>
                <a:gd name="connsiteX2" fmla="*/ 18632122 w 18632122"/>
                <a:gd name="connsiteY2" fmla="*/ 11760438 h 11760438"/>
                <a:gd name="connsiteX3" fmla="*/ 1735296 w 18632122"/>
                <a:gd name="connsiteY3" fmla="*/ 11760438 h 11760438"/>
                <a:gd name="connsiteX4" fmla="*/ 35888 w 18632122"/>
                <a:gd name="connsiteY4" fmla="*/ 9676768 h 11760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32122" h="11760438">
                  <a:moveTo>
                    <a:pt x="2022556" y="0"/>
                  </a:moveTo>
                  <a:lnTo>
                    <a:pt x="18632122" y="0"/>
                  </a:lnTo>
                  <a:lnTo>
                    <a:pt x="18632122" y="11760438"/>
                  </a:lnTo>
                  <a:lnTo>
                    <a:pt x="1735296" y="11760438"/>
                  </a:lnTo>
                  <a:cubicBezTo>
                    <a:pt x="637191" y="11760438"/>
                    <a:pt x="-184376" y="10752366"/>
                    <a:pt x="35888" y="9676768"/>
                  </a:cubicBezTo>
                  <a:close/>
                </a:path>
              </a:pathLst>
            </a:custGeom>
            <a:solidFill>
              <a:schemeClr val="accent4"/>
            </a:solidFill>
            <a:ln>
              <a:noFill/>
            </a:ln>
            <a:effectLst/>
          </p:spPr>
          <p:txBody>
            <a:bodyPr wrap="square" anchor="ctr">
              <a:noAutofit/>
            </a:bodyPr>
            <a:lstStyle/>
            <a:p>
              <a:endParaRPr lang="nl-NL" sz="1600" dirty="0"/>
            </a:p>
          </p:txBody>
        </p:sp>
        <p:sp>
          <p:nvSpPr>
            <p:cNvPr id="8" name="Vrije vorm 12">
              <a:extLst>
                <a:ext uri="{FF2B5EF4-FFF2-40B4-BE49-F238E27FC236}">
                  <a16:creationId xmlns:a16="http://schemas.microsoft.com/office/drawing/2014/main" id="{197B8966-91F9-9F58-36B9-8B73CA658190}"/>
                </a:ext>
              </a:extLst>
            </p:cNvPr>
            <p:cNvSpPr/>
            <p:nvPr userDrawn="1"/>
          </p:nvSpPr>
          <p:spPr>
            <a:xfrm>
              <a:off x="1" y="9267552"/>
              <a:ext cx="9125737" cy="4448448"/>
            </a:xfrm>
            <a:custGeom>
              <a:avLst/>
              <a:gdLst>
                <a:gd name="connsiteX0" fmla="*/ 0 w 9125737"/>
                <a:gd name="connsiteY0" fmla="*/ 0 h 4448448"/>
                <a:gd name="connsiteX1" fmla="*/ 7390442 w 9125737"/>
                <a:gd name="connsiteY1" fmla="*/ 0 h 4448448"/>
                <a:gd name="connsiteX2" fmla="*/ 9089850 w 9125737"/>
                <a:gd name="connsiteY2" fmla="*/ 2083670 h 4448448"/>
                <a:gd name="connsiteX3" fmla="*/ 8604354 w 9125737"/>
                <a:gd name="connsiteY3" fmla="*/ 4448448 h 4448448"/>
                <a:gd name="connsiteX4" fmla="*/ 0 w 9125737"/>
                <a:gd name="connsiteY4" fmla="*/ 4448448 h 4448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5737" h="4448448">
                  <a:moveTo>
                    <a:pt x="0" y="0"/>
                  </a:moveTo>
                  <a:lnTo>
                    <a:pt x="7390442" y="0"/>
                  </a:lnTo>
                  <a:cubicBezTo>
                    <a:pt x="8488546" y="0"/>
                    <a:pt x="9310114" y="1008072"/>
                    <a:pt x="9089850" y="2083670"/>
                  </a:cubicBezTo>
                  <a:lnTo>
                    <a:pt x="8604354" y="4448448"/>
                  </a:lnTo>
                  <a:lnTo>
                    <a:pt x="0" y="4448448"/>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dirty="0">
                <a:ln>
                  <a:noFill/>
                </a:ln>
              </a:endParaRPr>
            </a:p>
          </p:txBody>
        </p:sp>
      </p:grpSp>
      <p:sp>
        <p:nvSpPr>
          <p:cNvPr id="6" name="Titel 1">
            <a:extLst>
              <a:ext uri="{FF2B5EF4-FFF2-40B4-BE49-F238E27FC236}">
                <a16:creationId xmlns:a16="http://schemas.microsoft.com/office/drawing/2014/main" id="{2F278500-BD0E-46E0-B312-D532E7D010BE}"/>
              </a:ext>
            </a:extLst>
          </p:cNvPr>
          <p:cNvSpPr>
            <a:spLocks noGrp="1"/>
          </p:cNvSpPr>
          <p:nvPr>
            <p:ph type="ctrTitle" hasCustomPrompt="1"/>
          </p:nvPr>
        </p:nvSpPr>
        <p:spPr>
          <a:xfrm>
            <a:off x="703639" y="719138"/>
            <a:ext cx="10767635" cy="5122862"/>
          </a:xfrm>
        </p:spPr>
        <p:txBody>
          <a:bodyPr vert="horz" lIns="0" tIns="0" rIns="0" bIns="0" rtlCol="0" anchor="t">
            <a:noAutofit/>
          </a:bodyPr>
          <a:lstStyle>
            <a:lvl1pPr>
              <a:defRPr lang="nl-NL" sz="9600" i="1" noProof="0" dirty="0">
                <a:solidFill>
                  <a:schemeClr val="bg1"/>
                </a:solidFill>
              </a:defRPr>
            </a:lvl1pPr>
          </a:lstStyle>
          <a:p>
            <a:pPr lvl="0">
              <a:lnSpc>
                <a:spcPct val="80000"/>
              </a:lnSpc>
            </a:pPr>
            <a:r>
              <a:rPr lang="nl-NL" noProof="0" dirty="0"/>
              <a:t>KLIK OM TITEL</a:t>
            </a:r>
            <a:br>
              <a:rPr lang="nl-NL" noProof="0" dirty="0"/>
            </a:br>
            <a:r>
              <a:rPr lang="nl-NL" noProof="0" dirty="0"/>
              <a:t>TE BEWERKEN</a:t>
            </a:r>
          </a:p>
        </p:txBody>
      </p:sp>
      <p:sp>
        <p:nvSpPr>
          <p:cNvPr id="10" name="Rechthoek 9">
            <a:extLst>
              <a:ext uri="{FF2B5EF4-FFF2-40B4-BE49-F238E27FC236}">
                <a16:creationId xmlns:a16="http://schemas.microsoft.com/office/drawing/2014/main" id="{1187E943-2075-5BFA-2E1E-ECAF5C9FE14A}"/>
              </a:ext>
            </a:extLst>
          </p:cNvPr>
          <p:cNvSpPr/>
          <p:nvPr userDrawn="1"/>
        </p:nvSpPr>
        <p:spPr>
          <a:xfrm>
            <a:off x="0" y="-425941"/>
            <a:ext cx="191417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a:t>
            </a:r>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versie 3</a:t>
            </a:r>
          </a:p>
        </p:txBody>
      </p:sp>
      <p:sp>
        <p:nvSpPr>
          <p:cNvPr id="4" name="Tijdelijke aanduiding voor tekst 3">
            <a:extLst>
              <a:ext uri="{FF2B5EF4-FFF2-40B4-BE49-F238E27FC236}">
                <a16:creationId xmlns:a16="http://schemas.microsoft.com/office/drawing/2014/main" id="{9B13C8CC-8D45-01B0-FE8C-618299C3725E}"/>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09013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slide foto wit  ">
    <p:spTree>
      <p:nvGrpSpPr>
        <p:cNvPr id="1" name=""/>
        <p:cNvGrpSpPr/>
        <p:nvPr/>
      </p:nvGrpSpPr>
      <p:grpSpPr>
        <a:xfrm>
          <a:off x="0" y="0"/>
          <a:ext cx="0" cy="0"/>
          <a:chOff x="0" y="0"/>
          <a:chExt cx="0" cy="0"/>
        </a:xfrm>
      </p:grpSpPr>
      <p:sp>
        <p:nvSpPr>
          <p:cNvPr id="5" name="Tijdelijke aanduiding voor afbeelding 16">
            <a:extLst>
              <a:ext uri="{FF2B5EF4-FFF2-40B4-BE49-F238E27FC236}">
                <a16:creationId xmlns:a16="http://schemas.microsoft.com/office/drawing/2014/main" id="{E1C64965-9333-B209-D7D2-13DFD57278C0}"/>
              </a:ext>
            </a:extLst>
          </p:cNvPr>
          <p:cNvSpPr>
            <a:spLocks noGrp="1"/>
          </p:cNvSpPr>
          <p:nvPr>
            <p:ph type="pic" sz="quarter" idx="13" hasCustomPrompt="1"/>
          </p:nvPr>
        </p:nvSpPr>
        <p:spPr>
          <a:xfrm>
            <a:off x="0" y="0"/>
            <a:ext cx="12192000" cy="6858000"/>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nl-NL" dirty="0"/>
              <a:t>Klik op onderstaand pictogram </a:t>
            </a:r>
            <a:br>
              <a:rPr lang="nl-NL" dirty="0"/>
            </a:br>
            <a:r>
              <a:rPr lang="nl-NL" dirty="0"/>
              <a:t>om een afbeelding in te voegen</a:t>
            </a:r>
          </a:p>
        </p:txBody>
      </p:sp>
      <p:sp>
        <p:nvSpPr>
          <p:cNvPr id="4" name="Rechthoek 3">
            <a:extLst>
              <a:ext uri="{FF2B5EF4-FFF2-40B4-BE49-F238E27FC236}">
                <a16:creationId xmlns:a16="http://schemas.microsoft.com/office/drawing/2014/main" id="{B35C35AB-D810-8168-E3F3-37EB1604990D}"/>
              </a:ext>
            </a:extLst>
          </p:cNvPr>
          <p:cNvSpPr/>
          <p:nvPr userDrawn="1"/>
        </p:nvSpPr>
        <p:spPr>
          <a:xfrm>
            <a:off x="0" y="-425941"/>
            <a:ext cx="1233799"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foto wit</a:t>
            </a:r>
          </a:p>
        </p:txBody>
      </p:sp>
      <p:sp>
        <p:nvSpPr>
          <p:cNvPr id="10" name="Titel 3">
            <a:extLst>
              <a:ext uri="{FF2B5EF4-FFF2-40B4-BE49-F238E27FC236}">
                <a16:creationId xmlns:a16="http://schemas.microsoft.com/office/drawing/2014/main" id="{99F9A212-A633-A990-AF46-EA9EBD8665E5}"/>
              </a:ext>
            </a:extLst>
          </p:cNvPr>
          <p:cNvSpPr>
            <a:spLocks noGrp="1"/>
          </p:cNvSpPr>
          <p:nvPr>
            <p:ph type="title" hasCustomPrompt="1"/>
          </p:nvPr>
        </p:nvSpPr>
        <p:spPr>
          <a:xfrm>
            <a:off x="-10048" y="5049078"/>
            <a:ext cx="8731713" cy="1811038"/>
          </a:xfrm>
          <a:custGeom>
            <a:avLst/>
            <a:gdLst>
              <a:gd name="connsiteX0" fmla="*/ 0 w 17879628"/>
              <a:gd name="connsiteY0" fmla="*/ 0 h 3708400"/>
              <a:gd name="connsiteX1" fmla="*/ 3103731 w 17879628"/>
              <a:gd name="connsiteY1" fmla="*/ 0 h 3708400"/>
              <a:gd name="connsiteX2" fmla="*/ 5726840 w 17879628"/>
              <a:gd name="connsiteY2" fmla="*/ 0 h 3708400"/>
              <a:gd name="connsiteX3" fmla="*/ 16553652 w 17879628"/>
              <a:gd name="connsiteY3" fmla="*/ 0 h 3708400"/>
              <a:gd name="connsiteX4" fmla="*/ 17852206 w 17879628"/>
              <a:gd name="connsiteY4" fmla="*/ 1592177 h 3708400"/>
              <a:gd name="connsiteX5" fmla="*/ 17417740 w 17879628"/>
              <a:gd name="connsiteY5" fmla="*/ 3708400 h 3708400"/>
              <a:gd name="connsiteX6" fmla="*/ 5726840 w 17879628"/>
              <a:gd name="connsiteY6" fmla="*/ 3708400 h 3708400"/>
              <a:gd name="connsiteX7" fmla="*/ 2342385 w 17879628"/>
              <a:gd name="connsiteY7" fmla="*/ 3708400 h 3708400"/>
              <a:gd name="connsiteX8" fmla="*/ 0 w 17879628"/>
              <a:gd name="connsiteY8" fmla="*/ 3708400 h 370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79628" h="3708400">
                <a:moveTo>
                  <a:pt x="0" y="0"/>
                </a:moveTo>
                <a:lnTo>
                  <a:pt x="3103731" y="0"/>
                </a:lnTo>
                <a:lnTo>
                  <a:pt x="5726840" y="0"/>
                </a:lnTo>
                <a:lnTo>
                  <a:pt x="16553652" y="0"/>
                </a:lnTo>
                <a:cubicBezTo>
                  <a:pt x="17392736" y="0"/>
                  <a:pt x="18020514" y="770289"/>
                  <a:pt x="17852206" y="1592177"/>
                </a:cubicBezTo>
                <a:lnTo>
                  <a:pt x="17417740" y="3708400"/>
                </a:lnTo>
                <a:lnTo>
                  <a:pt x="5726840" y="3708400"/>
                </a:lnTo>
                <a:lnTo>
                  <a:pt x="2342385" y="3708400"/>
                </a:lnTo>
                <a:lnTo>
                  <a:pt x="0" y="3708400"/>
                </a:lnTo>
                <a:close/>
              </a:path>
            </a:pathLst>
          </a:custGeom>
          <a:solidFill>
            <a:schemeClr val="bg1"/>
          </a:solidFill>
        </p:spPr>
        <p:txBody>
          <a:bodyPr vert="horz" wrap="square" lIns="1548000" tIns="0" rIns="0" bIns="1044000" rtlCol="0" anchor="b">
            <a:noAutofit/>
          </a:bodyPr>
          <a:lstStyle>
            <a:lvl1pPr>
              <a:defRPr sz="100" b="1" i="1" cap="all" baseline="0">
                <a:solidFill>
                  <a:schemeClr val="bg1">
                    <a:alpha val="0"/>
                  </a:schemeClr>
                </a:solidFill>
                <a:latin typeface="+mj-lt"/>
              </a:defRPr>
            </a:lvl1pPr>
          </a:lstStyle>
          <a:p>
            <a:r>
              <a:rPr lang="en-US" dirty="0"/>
              <a:t> </a:t>
            </a:r>
          </a:p>
        </p:txBody>
      </p:sp>
      <p:sp>
        <p:nvSpPr>
          <p:cNvPr id="15" name="Tijdelijke aanduiding voor tekst 14">
            <a:extLst>
              <a:ext uri="{FF2B5EF4-FFF2-40B4-BE49-F238E27FC236}">
                <a16:creationId xmlns:a16="http://schemas.microsoft.com/office/drawing/2014/main" id="{1106FFCA-93C4-D4AE-597F-77521C24FB4D}"/>
              </a:ext>
            </a:extLst>
          </p:cNvPr>
          <p:cNvSpPr>
            <a:spLocks noGrp="1"/>
          </p:cNvSpPr>
          <p:nvPr>
            <p:ph type="body" sz="quarter" idx="23" hasCustomPrompt="1"/>
          </p:nvPr>
        </p:nvSpPr>
        <p:spPr>
          <a:xfrm>
            <a:off x="719138" y="5758654"/>
            <a:ext cx="7359650" cy="584996"/>
          </a:xfrm>
        </p:spPr>
        <p:txBody>
          <a:bodyPr/>
          <a:lstStyle>
            <a:lvl1pPr marL="0" indent="0">
              <a:buNone/>
              <a:defRPr sz="3600" b="1" i="1" cap="all" baseline="0">
                <a:solidFill>
                  <a:schemeClr val="accent1"/>
                </a:solidFill>
                <a:latin typeface="+mj-lt"/>
              </a:defRPr>
            </a:lvl1pPr>
          </a:lstStyle>
          <a:p>
            <a:pPr lvl="0"/>
            <a:r>
              <a:rPr lang="nl-NL" dirty="0"/>
              <a:t>KLIK OM TITEL TE BEWERKEN</a:t>
            </a:r>
          </a:p>
        </p:txBody>
      </p:sp>
      <p:sp>
        <p:nvSpPr>
          <p:cNvPr id="3" name="Tijdelijke aanduiding voor tekst 2">
            <a:extLst>
              <a:ext uri="{FF2B5EF4-FFF2-40B4-BE49-F238E27FC236}">
                <a16:creationId xmlns:a16="http://schemas.microsoft.com/office/drawing/2014/main" id="{71E2C6D1-3DA4-9D20-CE6E-498D59C8C898}"/>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6" name="Tijdelijke aanduiding voor tekst 5">
            <a:extLst>
              <a:ext uri="{FF2B5EF4-FFF2-40B4-BE49-F238E27FC236}">
                <a16:creationId xmlns:a16="http://schemas.microsoft.com/office/drawing/2014/main" id="{319BBB57-FC20-01BB-41AB-3DD1471E1486}"/>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785653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slide foto rood">
    <p:spTree>
      <p:nvGrpSpPr>
        <p:cNvPr id="1" name=""/>
        <p:cNvGrpSpPr/>
        <p:nvPr/>
      </p:nvGrpSpPr>
      <p:grpSpPr>
        <a:xfrm>
          <a:off x="0" y="0"/>
          <a:ext cx="0" cy="0"/>
          <a:chOff x="0" y="0"/>
          <a:chExt cx="0" cy="0"/>
        </a:xfrm>
      </p:grpSpPr>
      <p:sp>
        <p:nvSpPr>
          <p:cNvPr id="5" name="Tijdelijke aanduiding voor afbeelding 16">
            <a:extLst>
              <a:ext uri="{FF2B5EF4-FFF2-40B4-BE49-F238E27FC236}">
                <a16:creationId xmlns:a16="http://schemas.microsoft.com/office/drawing/2014/main" id="{E1C64965-9333-B209-D7D2-13DFD57278C0}"/>
              </a:ext>
            </a:extLst>
          </p:cNvPr>
          <p:cNvSpPr>
            <a:spLocks noGrp="1"/>
          </p:cNvSpPr>
          <p:nvPr>
            <p:ph type="pic" sz="quarter" idx="13" hasCustomPrompt="1"/>
          </p:nvPr>
        </p:nvSpPr>
        <p:spPr>
          <a:xfrm>
            <a:off x="0" y="0"/>
            <a:ext cx="12192000" cy="6858000"/>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nl-NL" dirty="0"/>
              <a:t>Klik op onderstaand pictogram </a:t>
            </a:r>
            <a:br>
              <a:rPr lang="nl-NL" dirty="0"/>
            </a:br>
            <a:r>
              <a:rPr lang="nl-NL" dirty="0"/>
              <a:t>om een afbeelding in te voegen</a:t>
            </a:r>
          </a:p>
        </p:txBody>
      </p:sp>
      <p:sp>
        <p:nvSpPr>
          <p:cNvPr id="4" name="Rechthoek 3">
            <a:extLst>
              <a:ext uri="{FF2B5EF4-FFF2-40B4-BE49-F238E27FC236}">
                <a16:creationId xmlns:a16="http://schemas.microsoft.com/office/drawing/2014/main" id="{B35C35AB-D810-8168-E3F3-37EB1604990D}"/>
              </a:ext>
            </a:extLst>
          </p:cNvPr>
          <p:cNvSpPr/>
          <p:nvPr userDrawn="1"/>
        </p:nvSpPr>
        <p:spPr>
          <a:xfrm>
            <a:off x="0" y="-425941"/>
            <a:ext cx="1363643"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foto rood</a:t>
            </a:r>
          </a:p>
        </p:txBody>
      </p:sp>
      <p:sp>
        <p:nvSpPr>
          <p:cNvPr id="10" name="Titel 3">
            <a:extLst>
              <a:ext uri="{FF2B5EF4-FFF2-40B4-BE49-F238E27FC236}">
                <a16:creationId xmlns:a16="http://schemas.microsoft.com/office/drawing/2014/main" id="{99F9A212-A633-A990-AF46-EA9EBD8665E5}"/>
              </a:ext>
            </a:extLst>
          </p:cNvPr>
          <p:cNvSpPr>
            <a:spLocks noGrp="1"/>
          </p:cNvSpPr>
          <p:nvPr>
            <p:ph type="title" hasCustomPrompt="1"/>
          </p:nvPr>
        </p:nvSpPr>
        <p:spPr>
          <a:xfrm>
            <a:off x="-10048" y="5049078"/>
            <a:ext cx="8731713" cy="1811038"/>
          </a:xfrm>
          <a:custGeom>
            <a:avLst/>
            <a:gdLst>
              <a:gd name="connsiteX0" fmla="*/ 0 w 17879628"/>
              <a:gd name="connsiteY0" fmla="*/ 0 h 3708400"/>
              <a:gd name="connsiteX1" fmla="*/ 3103731 w 17879628"/>
              <a:gd name="connsiteY1" fmla="*/ 0 h 3708400"/>
              <a:gd name="connsiteX2" fmla="*/ 5726840 w 17879628"/>
              <a:gd name="connsiteY2" fmla="*/ 0 h 3708400"/>
              <a:gd name="connsiteX3" fmla="*/ 16553652 w 17879628"/>
              <a:gd name="connsiteY3" fmla="*/ 0 h 3708400"/>
              <a:gd name="connsiteX4" fmla="*/ 17852206 w 17879628"/>
              <a:gd name="connsiteY4" fmla="*/ 1592177 h 3708400"/>
              <a:gd name="connsiteX5" fmla="*/ 17417740 w 17879628"/>
              <a:gd name="connsiteY5" fmla="*/ 3708400 h 3708400"/>
              <a:gd name="connsiteX6" fmla="*/ 5726840 w 17879628"/>
              <a:gd name="connsiteY6" fmla="*/ 3708400 h 3708400"/>
              <a:gd name="connsiteX7" fmla="*/ 2342385 w 17879628"/>
              <a:gd name="connsiteY7" fmla="*/ 3708400 h 3708400"/>
              <a:gd name="connsiteX8" fmla="*/ 0 w 17879628"/>
              <a:gd name="connsiteY8" fmla="*/ 3708400 h 370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79628" h="3708400">
                <a:moveTo>
                  <a:pt x="0" y="0"/>
                </a:moveTo>
                <a:lnTo>
                  <a:pt x="3103731" y="0"/>
                </a:lnTo>
                <a:lnTo>
                  <a:pt x="5726840" y="0"/>
                </a:lnTo>
                <a:lnTo>
                  <a:pt x="16553652" y="0"/>
                </a:lnTo>
                <a:cubicBezTo>
                  <a:pt x="17392736" y="0"/>
                  <a:pt x="18020514" y="770289"/>
                  <a:pt x="17852206" y="1592177"/>
                </a:cubicBezTo>
                <a:lnTo>
                  <a:pt x="17417740" y="3708400"/>
                </a:lnTo>
                <a:lnTo>
                  <a:pt x="5726840" y="3708400"/>
                </a:lnTo>
                <a:lnTo>
                  <a:pt x="2342385" y="3708400"/>
                </a:lnTo>
                <a:lnTo>
                  <a:pt x="0" y="3708400"/>
                </a:lnTo>
                <a:close/>
              </a:path>
            </a:pathLst>
          </a:custGeom>
          <a:solidFill>
            <a:schemeClr val="accent1"/>
          </a:solidFill>
        </p:spPr>
        <p:txBody>
          <a:bodyPr vert="horz" wrap="square" lIns="1548000" tIns="0" rIns="0" bIns="1044000" rtlCol="0" anchor="b">
            <a:noAutofit/>
          </a:bodyPr>
          <a:lstStyle>
            <a:lvl1pPr>
              <a:defRPr sz="100" b="1" i="1" cap="all" baseline="0">
                <a:solidFill>
                  <a:schemeClr val="bg1">
                    <a:alpha val="0"/>
                  </a:schemeClr>
                </a:solidFill>
                <a:latin typeface="+mj-lt"/>
              </a:defRPr>
            </a:lvl1pPr>
          </a:lstStyle>
          <a:p>
            <a:r>
              <a:rPr lang="en-US" dirty="0"/>
              <a:t> </a:t>
            </a:r>
          </a:p>
        </p:txBody>
      </p:sp>
      <p:sp>
        <p:nvSpPr>
          <p:cNvPr id="15" name="Tijdelijke aanduiding voor tekst 14">
            <a:extLst>
              <a:ext uri="{FF2B5EF4-FFF2-40B4-BE49-F238E27FC236}">
                <a16:creationId xmlns:a16="http://schemas.microsoft.com/office/drawing/2014/main" id="{1106FFCA-93C4-D4AE-597F-77521C24FB4D}"/>
              </a:ext>
            </a:extLst>
          </p:cNvPr>
          <p:cNvSpPr>
            <a:spLocks noGrp="1"/>
          </p:cNvSpPr>
          <p:nvPr>
            <p:ph type="body" sz="quarter" idx="23" hasCustomPrompt="1"/>
          </p:nvPr>
        </p:nvSpPr>
        <p:spPr>
          <a:xfrm>
            <a:off x="719138" y="5758654"/>
            <a:ext cx="7359650" cy="584996"/>
          </a:xfrm>
        </p:spPr>
        <p:txBody>
          <a:bodyPr/>
          <a:lstStyle>
            <a:lvl1pPr marL="0" indent="0">
              <a:buNone/>
              <a:defRPr sz="3600" b="1" i="1" cap="all" baseline="0">
                <a:solidFill>
                  <a:schemeClr val="bg1"/>
                </a:solidFill>
                <a:latin typeface="+mj-lt"/>
              </a:defRPr>
            </a:lvl1pPr>
          </a:lstStyle>
          <a:p>
            <a:pPr lvl="0"/>
            <a:r>
              <a:rPr lang="nl-NL" dirty="0"/>
              <a:t>KLIK OM TITEL TE BEWERKEN</a:t>
            </a:r>
          </a:p>
        </p:txBody>
      </p:sp>
      <p:sp>
        <p:nvSpPr>
          <p:cNvPr id="6" name="Tijdelijke aanduiding voor tekst 5">
            <a:extLst>
              <a:ext uri="{FF2B5EF4-FFF2-40B4-BE49-F238E27FC236}">
                <a16:creationId xmlns:a16="http://schemas.microsoft.com/office/drawing/2014/main" id="{E32E903A-DAA2-00C5-B387-3E4F864CB95B}"/>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74" name="Tijdelijke aanduiding voor tekst 73">
            <a:extLst>
              <a:ext uri="{FF2B5EF4-FFF2-40B4-BE49-F238E27FC236}">
                <a16:creationId xmlns:a16="http://schemas.microsoft.com/office/drawing/2014/main" id="{785C8B9A-0098-ACF0-4016-162169B045BB}"/>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54412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slide foto blauw">
    <p:spTree>
      <p:nvGrpSpPr>
        <p:cNvPr id="1" name=""/>
        <p:cNvGrpSpPr/>
        <p:nvPr/>
      </p:nvGrpSpPr>
      <p:grpSpPr>
        <a:xfrm>
          <a:off x="0" y="0"/>
          <a:ext cx="0" cy="0"/>
          <a:chOff x="0" y="0"/>
          <a:chExt cx="0" cy="0"/>
        </a:xfrm>
      </p:grpSpPr>
      <p:sp>
        <p:nvSpPr>
          <p:cNvPr id="5" name="Tijdelijke aanduiding voor afbeelding 16">
            <a:extLst>
              <a:ext uri="{FF2B5EF4-FFF2-40B4-BE49-F238E27FC236}">
                <a16:creationId xmlns:a16="http://schemas.microsoft.com/office/drawing/2014/main" id="{E1C64965-9333-B209-D7D2-13DFD57278C0}"/>
              </a:ext>
            </a:extLst>
          </p:cNvPr>
          <p:cNvSpPr>
            <a:spLocks noGrp="1"/>
          </p:cNvSpPr>
          <p:nvPr>
            <p:ph type="pic" sz="quarter" idx="13" hasCustomPrompt="1"/>
          </p:nvPr>
        </p:nvSpPr>
        <p:spPr>
          <a:xfrm>
            <a:off x="0" y="0"/>
            <a:ext cx="12192000" cy="6858000"/>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nl-NL" dirty="0"/>
              <a:t>Klik op onderstaand pictogram </a:t>
            </a:r>
            <a:br>
              <a:rPr lang="nl-NL" dirty="0"/>
            </a:br>
            <a:r>
              <a:rPr lang="nl-NL" dirty="0"/>
              <a:t>om een afbeelding in te voegen</a:t>
            </a:r>
          </a:p>
        </p:txBody>
      </p:sp>
      <p:sp>
        <p:nvSpPr>
          <p:cNvPr id="4" name="Rechthoek 3">
            <a:extLst>
              <a:ext uri="{FF2B5EF4-FFF2-40B4-BE49-F238E27FC236}">
                <a16:creationId xmlns:a16="http://schemas.microsoft.com/office/drawing/2014/main" id="{B35C35AB-D810-8168-E3F3-37EB1604990D}"/>
              </a:ext>
            </a:extLst>
          </p:cNvPr>
          <p:cNvSpPr/>
          <p:nvPr userDrawn="1"/>
        </p:nvSpPr>
        <p:spPr>
          <a:xfrm>
            <a:off x="0" y="-425941"/>
            <a:ext cx="1466235"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foto blauw</a:t>
            </a:r>
          </a:p>
        </p:txBody>
      </p:sp>
      <p:sp>
        <p:nvSpPr>
          <p:cNvPr id="10" name="Titel 3">
            <a:extLst>
              <a:ext uri="{FF2B5EF4-FFF2-40B4-BE49-F238E27FC236}">
                <a16:creationId xmlns:a16="http://schemas.microsoft.com/office/drawing/2014/main" id="{99F9A212-A633-A990-AF46-EA9EBD8665E5}"/>
              </a:ext>
            </a:extLst>
          </p:cNvPr>
          <p:cNvSpPr>
            <a:spLocks noGrp="1"/>
          </p:cNvSpPr>
          <p:nvPr>
            <p:ph type="title" hasCustomPrompt="1"/>
          </p:nvPr>
        </p:nvSpPr>
        <p:spPr>
          <a:xfrm>
            <a:off x="-10048" y="5049078"/>
            <a:ext cx="8731713" cy="1811038"/>
          </a:xfrm>
          <a:custGeom>
            <a:avLst/>
            <a:gdLst>
              <a:gd name="connsiteX0" fmla="*/ 0 w 17879628"/>
              <a:gd name="connsiteY0" fmla="*/ 0 h 3708400"/>
              <a:gd name="connsiteX1" fmla="*/ 3103731 w 17879628"/>
              <a:gd name="connsiteY1" fmla="*/ 0 h 3708400"/>
              <a:gd name="connsiteX2" fmla="*/ 5726840 w 17879628"/>
              <a:gd name="connsiteY2" fmla="*/ 0 h 3708400"/>
              <a:gd name="connsiteX3" fmla="*/ 16553652 w 17879628"/>
              <a:gd name="connsiteY3" fmla="*/ 0 h 3708400"/>
              <a:gd name="connsiteX4" fmla="*/ 17852206 w 17879628"/>
              <a:gd name="connsiteY4" fmla="*/ 1592177 h 3708400"/>
              <a:gd name="connsiteX5" fmla="*/ 17417740 w 17879628"/>
              <a:gd name="connsiteY5" fmla="*/ 3708400 h 3708400"/>
              <a:gd name="connsiteX6" fmla="*/ 5726840 w 17879628"/>
              <a:gd name="connsiteY6" fmla="*/ 3708400 h 3708400"/>
              <a:gd name="connsiteX7" fmla="*/ 2342385 w 17879628"/>
              <a:gd name="connsiteY7" fmla="*/ 3708400 h 3708400"/>
              <a:gd name="connsiteX8" fmla="*/ 0 w 17879628"/>
              <a:gd name="connsiteY8" fmla="*/ 3708400 h 370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79628" h="3708400">
                <a:moveTo>
                  <a:pt x="0" y="0"/>
                </a:moveTo>
                <a:lnTo>
                  <a:pt x="3103731" y="0"/>
                </a:lnTo>
                <a:lnTo>
                  <a:pt x="5726840" y="0"/>
                </a:lnTo>
                <a:lnTo>
                  <a:pt x="16553652" y="0"/>
                </a:lnTo>
                <a:cubicBezTo>
                  <a:pt x="17392736" y="0"/>
                  <a:pt x="18020514" y="770289"/>
                  <a:pt x="17852206" y="1592177"/>
                </a:cubicBezTo>
                <a:lnTo>
                  <a:pt x="17417740" y="3708400"/>
                </a:lnTo>
                <a:lnTo>
                  <a:pt x="5726840" y="3708400"/>
                </a:lnTo>
                <a:lnTo>
                  <a:pt x="2342385" y="3708400"/>
                </a:lnTo>
                <a:lnTo>
                  <a:pt x="0" y="3708400"/>
                </a:lnTo>
                <a:close/>
              </a:path>
            </a:pathLst>
          </a:custGeom>
          <a:solidFill>
            <a:schemeClr val="accent6"/>
          </a:solidFill>
        </p:spPr>
        <p:txBody>
          <a:bodyPr vert="horz" wrap="square" lIns="1548000" tIns="0" rIns="0" bIns="1044000" rtlCol="0" anchor="b">
            <a:noAutofit/>
          </a:bodyPr>
          <a:lstStyle>
            <a:lvl1pPr>
              <a:defRPr sz="100" b="1" i="1" cap="all" baseline="0">
                <a:solidFill>
                  <a:schemeClr val="bg1">
                    <a:alpha val="0"/>
                  </a:schemeClr>
                </a:solidFill>
                <a:latin typeface="+mj-lt"/>
              </a:defRPr>
            </a:lvl1pPr>
          </a:lstStyle>
          <a:p>
            <a:r>
              <a:rPr lang="en-US" dirty="0"/>
              <a:t> </a:t>
            </a:r>
          </a:p>
        </p:txBody>
      </p:sp>
      <p:sp>
        <p:nvSpPr>
          <p:cNvPr id="15" name="Tijdelijke aanduiding voor tekst 14">
            <a:extLst>
              <a:ext uri="{FF2B5EF4-FFF2-40B4-BE49-F238E27FC236}">
                <a16:creationId xmlns:a16="http://schemas.microsoft.com/office/drawing/2014/main" id="{1106FFCA-93C4-D4AE-597F-77521C24FB4D}"/>
              </a:ext>
            </a:extLst>
          </p:cNvPr>
          <p:cNvSpPr>
            <a:spLocks noGrp="1"/>
          </p:cNvSpPr>
          <p:nvPr>
            <p:ph type="body" sz="quarter" idx="23" hasCustomPrompt="1"/>
          </p:nvPr>
        </p:nvSpPr>
        <p:spPr>
          <a:xfrm>
            <a:off x="719138" y="5758654"/>
            <a:ext cx="7359650" cy="584996"/>
          </a:xfrm>
        </p:spPr>
        <p:txBody>
          <a:bodyPr/>
          <a:lstStyle>
            <a:lvl1pPr marL="0" indent="0">
              <a:buNone/>
              <a:defRPr sz="3600" b="1" i="1" cap="all" baseline="0">
                <a:solidFill>
                  <a:schemeClr val="bg1"/>
                </a:solidFill>
                <a:latin typeface="+mj-lt"/>
              </a:defRPr>
            </a:lvl1pPr>
          </a:lstStyle>
          <a:p>
            <a:pPr lvl="0"/>
            <a:r>
              <a:rPr lang="nl-NL" dirty="0"/>
              <a:t>KLIK OM TITEL TE BEWERKEN</a:t>
            </a:r>
          </a:p>
        </p:txBody>
      </p:sp>
      <p:sp>
        <p:nvSpPr>
          <p:cNvPr id="6" name="Tijdelijke aanduiding voor tekst 5">
            <a:extLst>
              <a:ext uri="{FF2B5EF4-FFF2-40B4-BE49-F238E27FC236}">
                <a16:creationId xmlns:a16="http://schemas.microsoft.com/office/drawing/2014/main" id="{A4B78866-1164-27C9-ECD0-30729B23DD2F}"/>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74" name="Tijdelijke aanduiding voor tekst 73">
            <a:extLst>
              <a:ext uri="{FF2B5EF4-FFF2-40B4-BE49-F238E27FC236}">
                <a16:creationId xmlns:a16="http://schemas.microsoft.com/office/drawing/2014/main" id="{2B009E94-F1C5-CF50-185E-4ED0CE4BC44C}"/>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423387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elslide foto lichtblauw">
    <p:spTree>
      <p:nvGrpSpPr>
        <p:cNvPr id="1" name=""/>
        <p:cNvGrpSpPr/>
        <p:nvPr/>
      </p:nvGrpSpPr>
      <p:grpSpPr>
        <a:xfrm>
          <a:off x="0" y="0"/>
          <a:ext cx="0" cy="0"/>
          <a:chOff x="0" y="0"/>
          <a:chExt cx="0" cy="0"/>
        </a:xfrm>
      </p:grpSpPr>
      <p:sp>
        <p:nvSpPr>
          <p:cNvPr id="5" name="Tijdelijke aanduiding voor afbeelding 16">
            <a:extLst>
              <a:ext uri="{FF2B5EF4-FFF2-40B4-BE49-F238E27FC236}">
                <a16:creationId xmlns:a16="http://schemas.microsoft.com/office/drawing/2014/main" id="{E1C64965-9333-B209-D7D2-13DFD57278C0}"/>
              </a:ext>
            </a:extLst>
          </p:cNvPr>
          <p:cNvSpPr>
            <a:spLocks noGrp="1"/>
          </p:cNvSpPr>
          <p:nvPr>
            <p:ph type="pic" sz="quarter" idx="13" hasCustomPrompt="1"/>
          </p:nvPr>
        </p:nvSpPr>
        <p:spPr>
          <a:xfrm>
            <a:off x="0" y="0"/>
            <a:ext cx="12192000" cy="6858000"/>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nl-NL" dirty="0"/>
              <a:t>Klik op onderstaand pictogram </a:t>
            </a:r>
            <a:br>
              <a:rPr lang="nl-NL" dirty="0"/>
            </a:br>
            <a:r>
              <a:rPr lang="nl-NL" dirty="0"/>
              <a:t>om een afbeelding in te voegen</a:t>
            </a:r>
          </a:p>
        </p:txBody>
      </p:sp>
      <p:sp>
        <p:nvSpPr>
          <p:cNvPr id="4" name="Rechthoek 3">
            <a:extLst>
              <a:ext uri="{FF2B5EF4-FFF2-40B4-BE49-F238E27FC236}">
                <a16:creationId xmlns:a16="http://schemas.microsoft.com/office/drawing/2014/main" id="{B35C35AB-D810-8168-E3F3-37EB1604990D}"/>
              </a:ext>
            </a:extLst>
          </p:cNvPr>
          <p:cNvSpPr/>
          <p:nvPr userDrawn="1"/>
        </p:nvSpPr>
        <p:spPr>
          <a:xfrm>
            <a:off x="0" y="-425941"/>
            <a:ext cx="1764394"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foto lichtblauw</a:t>
            </a:r>
          </a:p>
        </p:txBody>
      </p:sp>
      <p:sp>
        <p:nvSpPr>
          <p:cNvPr id="10" name="Titel 3">
            <a:extLst>
              <a:ext uri="{FF2B5EF4-FFF2-40B4-BE49-F238E27FC236}">
                <a16:creationId xmlns:a16="http://schemas.microsoft.com/office/drawing/2014/main" id="{99F9A212-A633-A990-AF46-EA9EBD8665E5}"/>
              </a:ext>
            </a:extLst>
          </p:cNvPr>
          <p:cNvSpPr>
            <a:spLocks noGrp="1"/>
          </p:cNvSpPr>
          <p:nvPr>
            <p:ph type="title" hasCustomPrompt="1"/>
          </p:nvPr>
        </p:nvSpPr>
        <p:spPr>
          <a:xfrm>
            <a:off x="-10048" y="5049078"/>
            <a:ext cx="8731713" cy="1811038"/>
          </a:xfrm>
          <a:custGeom>
            <a:avLst/>
            <a:gdLst>
              <a:gd name="connsiteX0" fmla="*/ 0 w 17879628"/>
              <a:gd name="connsiteY0" fmla="*/ 0 h 3708400"/>
              <a:gd name="connsiteX1" fmla="*/ 3103731 w 17879628"/>
              <a:gd name="connsiteY1" fmla="*/ 0 h 3708400"/>
              <a:gd name="connsiteX2" fmla="*/ 5726840 w 17879628"/>
              <a:gd name="connsiteY2" fmla="*/ 0 h 3708400"/>
              <a:gd name="connsiteX3" fmla="*/ 16553652 w 17879628"/>
              <a:gd name="connsiteY3" fmla="*/ 0 h 3708400"/>
              <a:gd name="connsiteX4" fmla="*/ 17852206 w 17879628"/>
              <a:gd name="connsiteY4" fmla="*/ 1592177 h 3708400"/>
              <a:gd name="connsiteX5" fmla="*/ 17417740 w 17879628"/>
              <a:gd name="connsiteY5" fmla="*/ 3708400 h 3708400"/>
              <a:gd name="connsiteX6" fmla="*/ 5726840 w 17879628"/>
              <a:gd name="connsiteY6" fmla="*/ 3708400 h 3708400"/>
              <a:gd name="connsiteX7" fmla="*/ 2342385 w 17879628"/>
              <a:gd name="connsiteY7" fmla="*/ 3708400 h 3708400"/>
              <a:gd name="connsiteX8" fmla="*/ 0 w 17879628"/>
              <a:gd name="connsiteY8" fmla="*/ 3708400 h 370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79628" h="3708400">
                <a:moveTo>
                  <a:pt x="0" y="0"/>
                </a:moveTo>
                <a:lnTo>
                  <a:pt x="3103731" y="0"/>
                </a:lnTo>
                <a:lnTo>
                  <a:pt x="5726840" y="0"/>
                </a:lnTo>
                <a:lnTo>
                  <a:pt x="16553652" y="0"/>
                </a:lnTo>
                <a:cubicBezTo>
                  <a:pt x="17392736" y="0"/>
                  <a:pt x="18020514" y="770289"/>
                  <a:pt x="17852206" y="1592177"/>
                </a:cubicBezTo>
                <a:lnTo>
                  <a:pt x="17417740" y="3708400"/>
                </a:lnTo>
                <a:lnTo>
                  <a:pt x="5726840" y="3708400"/>
                </a:lnTo>
                <a:lnTo>
                  <a:pt x="2342385" y="3708400"/>
                </a:lnTo>
                <a:lnTo>
                  <a:pt x="0" y="3708400"/>
                </a:lnTo>
                <a:close/>
              </a:path>
            </a:pathLst>
          </a:custGeom>
          <a:solidFill>
            <a:schemeClr val="accent5"/>
          </a:solidFill>
        </p:spPr>
        <p:txBody>
          <a:bodyPr vert="horz" wrap="square" lIns="1548000" tIns="0" rIns="0" bIns="1044000" rtlCol="0" anchor="b">
            <a:noAutofit/>
          </a:bodyPr>
          <a:lstStyle>
            <a:lvl1pPr>
              <a:defRPr sz="100" b="1" i="1" cap="all" baseline="0">
                <a:solidFill>
                  <a:schemeClr val="bg1">
                    <a:alpha val="0"/>
                  </a:schemeClr>
                </a:solidFill>
                <a:latin typeface="+mj-lt"/>
              </a:defRPr>
            </a:lvl1pPr>
          </a:lstStyle>
          <a:p>
            <a:r>
              <a:rPr lang="en-US" dirty="0"/>
              <a:t> </a:t>
            </a:r>
          </a:p>
        </p:txBody>
      </p:sp>
      <p:sp>
        <p:nvSpPr>
          <p:cNvPr id="15" name="Tijdelijke aanduiding voor tekst 14">
            <a:extLst>
              <a:ext uri="{FF2B5EF4-FFF2-40B4-BE49-F238E27FC236}">
                <a16:creationId xmlns:a16="http://schemas.microsoft.com/office/drawing/2014/main" id="{1106FFCA-93C4-D4AE-597F-77521C24FB4D}"/>
              </a:ext>
            </a:extLst>
          </p:cNvPr>
          <p:cNvSpPr>
            <a:spLocks noGrp="1"/>
          </p:cNvSpPr>
          <p:nvPr>
            <p:ph type="body" sz="quarter" idx="23" hasCustomPrompt="1"/>
          </p:nvPr>
        </p:nvSpPr>
        <p:spPr>
          <a:xfrm>
            <a:off x="719138" y="5758653"/>
            <a:ext cx="7359650" cy="562771"/>
          </a:xfrm>
        </p:spPr>
        <p:txBody>
          <a:bodyPr/>
          <a:lstStyle>
            <a:lvl1pPr marL="0" indent="0">
              <a:buNone/>
              <a:defRPr sz="3600" b="1" i="1" cap="all" baseline="0">
                <a:solidFill>
                  <a:schemeClr val="bg1"/>
                </a:solidFill>
                <a:latin typeface="+mj-lt"/>
              </a:defRPr>
            </a:lvl1pPr>
          </a:lstStyle>
          <a:p>
            <a:pPr lvl="0"/>
            <a:r>
              <a:rPr lang="nl-NL" dirty="0"/>
              <a:t>KLIK OM TITEL TE BEWERKEN</a:t>
            </a:r>
          </a:p>
        </p:txBody>
      </p:sp>
      <p:sp>
        <p:nvSpPr>
          <p:cNvPr id="6" name="Tijdelijke aanduiding voor tekst 5">
            <a:extLst>
              <a:ext uri="{FF2B5EF4-FFF2-40B4-BE49-F238E27FC236}">
                <a16:creationId xmlns:a16="http://schemas.microsoft.com/office/drawing/2014/main" id="{E9267AEE-3DB7-78A0-1FCE-F664F68A2D0D}"/>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74" name="Tijdelijke aanduiding voor tekst 73">
            <a:extLst>
              <a:ext uri="{FF2B5EF4-FFF2-40B4-BE49-F238E27FC236}">
                <a16:creationId xmlns:a16="http://schemas.microsoft.com/office/drawing/2014/main" id="{D2AA405E-58CA-5BD2-BCC4-3D47B85253BD}"/>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090190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elslide foto paars">
    <p:spTree>
      <p:nvGrpSpPr>
        <p:cNvPr id="1" name=""/>
        <p:cNvGrpSpPr/>
        <p:nvPr/>
      </p:nvGrpSpPr>
      <p:grpSpPr>
        <a:xfrm>
          <a:off x="0" y="0"/>
          <a:ext cx="0" cy="0"/>
          <a:chOff x="0" y="0"/>
          <a:chExt cx="0" cy="0"/>
        </a:xfrm>
      </p:grpSpPr>
      <p:sp>
        <p:nvSpPr>
          <p:cNvPr id="5" name="Tijdelijke aanduiding voor afbeelding 16">
            <a:extLst>
              <a:ext uri="{FF2B5EF4-FFF2-40B4-BE49-F238E27FC236}">
                <a16:creationId xmlns:a16="http://schemas.microsoft.com/office/drawing/2014/main" id="{E1C64965-9333-B209-D7D2-13DFD57278C0}"/>
              </a:ext>
            </a:extLst>
          </p:cNvPr>
          <p:cNvSpPr>
            <a:spLocks noGrp="1"/>
          </p:cNvSpPr>
          <p:nvPr>
            <p:ph type="pic" sz="quarter" idx="13" hasCustomPrompt="1"/>
          </p:nvPr>
        </p:nvSpPr>
        <p:spPr>
          <a:xfrm>
            <a:off x="0" y="0"/>
            <a:ext cx="12192000" cy="6858000"/>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nl-NL" dirty="0"/>
              <a:t>Klik op onderstaand pictogram </a:t>
            </a:r>
            <a:br>
              <a:rPr lang="nl-NL" dirty="0"/>
            </a:br>
            <a:r>
              <a:rPr lang="nl-NL" dirty="0"/>
              <a:t>om een afbeelding in te voegen</a:t>
            </a:r>
          </a:p>
        </p:txBody>
      </p:sp>
      <p:sp>
        <p:nvSpPr>
          <p:cNvPr id="4" name="Rechthoek 3">
            <a:extLst>
              <a:ext uri="{FF2B5EF4-FFF2-40B4-BE49-F238E27FC236}">
                <a16:creationId xmlns:a16="http://schemas.microsoft.com/office/drawing/2014/main" id="{B35C35AB-D810-8168-E3F3-37EB1604990D}"/>
              </a:ext>
            </a:extLst>
          </p:cNvPr>
          <p:cNvSpPr/>
          <p:nvPr userDrawn="1"/>
        </p:nvSpPr>
        <p:spPr>
          <a:xfrm>
            <a:off x="0" y="-425941"/>
            <a:ext cx="1448602"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foto paars</a:t>
            </a:r>
          </a:p>
        </p:txBody>
      </p:sp>
      <p:sp>
        <p:nvSpPr>
          <p:cNvPr id="10" name="Titel 3">
            <a:extLst>
              <a:ext uri="{FF2B5EF4-FFF2-40B4-BE49-F238E27FC236}">
                <a16:creationId xmlns:a16="http://schemas.microsoft.com/office/drawing/2014/main" id="{99F9A212-A633-A990-AF46-EA9EBD8665E5}"/>
              </a:ext>
            </a:extLst>
          </p:cNvPr>
          <p:cNvSpPr>
            <a:spLocks noGrp="1"/>
          </p:cNvSpPr>
          <p:nvPr>
            <p:ph type="title" hasCustomPrompt="1"/>
          </p:nvPr>
        </p:nvSpPr>
        <p:spPr>
          <a:xfrm>
            <a:off x="-10048" y="5049078"/>
            <a:ext cx="8731713" cy="1811038"/>
          </a:xfrm>
          <a:custGeom>
            <a:avLst/>
            <a:gdLst>
              <a:gd name="connsiteX0" fmla="*/ 0 w 17879628"/>
              <a:gd name="connsiteY0" fmla="*/ 0 h 3708400"/>
              <a:gd name="connsiteX1" fmla="*/ 3103731 w 17879628"/>
              <a:gd name="connsiteY1" fmla="*/ 0 h 3708400"/>
              <a:gd name="connsiteX2" fmla="*/ 5726840 w 17879628"/>
              <a:gd name="connsiteY2" fmla="*/ 0 h 3708400"/>
              <a:gd name="connsiteX3" fmla="*/ 16553652 w 17879628"/>
              <a:gd name="connsiteY3" fmla="*/ 0 h 3708400"/>
              <a:gd name="connsiteX4" fmla="*/ 17852206 w 17879628"/>
              <a:gd name="connsiteY4" fmla="*/ 1592177 h 3708400"/>
              <a:gd name="connsiteX5" fmla="*/ 17417740 w 17879628"/>
              <a:gd name="connsiteY5" fmla="*/ 3708400 h 3708400"/>
              <a:gd name="connsiteX6" fmla="*/ 5726840 w 17879628"/>
              <a:gd name="connsiteY6" fmla="*/ 3708400 h 3708400"/>
              <a:gd name="connsiteX7" fmla="*/ 2342385 w 17879628"/>
              <a:gd name="connsiteY7" fmla="*/ 3708400 h 3708400"/>
              <a:gd name="connsiteX8" fmla="*/ 0 w 17879628"/>
              <a:gd name="connsiteY8" fmla="*/ 3708400 h 370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79628" h="3708400">
                <a:moveTo>
                  <a:pt x="0" y="0"/>
                </a:moveTo>
                <a:lnTo>
                  <a:pt x="3103731" y="0"/>
                </a:lnTo>
                <a:lnTo>
                  <a:pt x="5726840" y="0"/>
                </a:lnTo>
                <a:lnTo>
                  <a:pt x="16553652" y="0"/>
                </a:lnTo>
                <a:cubicBezTo>
                  <a:pt x="17392736" y="0"/>
                  <a:pt x="18020514" y="770289"/>
                  <a:pt x="17852206" y="1592177"/>
                </a:cubicBezTo>
                <a:lnTo>
                  <a:pt x="17417740" y="3708400"/>
                </a:lnTo>
                <a:lnTo>
                  <a:pt x="5726840" y="3708400"/>
                </a:lnTo>
                <a:lnTo>
                  <a:pt x="2342385" y="3708400"/>
                </a:lnTo>
                <a:lnTo>
                  <a:pt x="0" y="3708400"/>
                </a:lnTo>
                <a:close/>
              </a:path>
            </a:pathLst>
          </a:custGeom>
          <a:solidFill>
            <a:schemeClr val="accent4"/>
          </a:solidFill>
        </p:spPr>
        <p:txBody>
          <a:bodyPr vert="horz" wrap="square" lIns="1548000" tIns="0" rIns="0" bIns="1044000" rtlCol="0" anchor="b">
            <a:noAutofit/>
          </a:bodyPr>
          <a:lstStyle>
            <a:lvl1pPr>
              <a:defRPr sz="100" b="1" i="1" cap="all" baseline="0">
                <a:solidFill>
                  <a:schemeClr val="bg1">
                    <a:alpha val="0"/>
                  </a:schemeClr>
                </a:solidFill>
                <a:latin typeface="+mj-lt"/>
              </a:defRPr>
            </a:lvl1pPr>
          </a:lstStyle>
          <a:p>
            <a:r>
              <a:rPr lang="en-US" dirty="0"/>
              <a:t> </a:t>
            </a:r>
          </a:p>
        </p:txBody>
      </p:sp>
      <p:sp>
        <p:nvSpPr>
          <p:cNvPr id="15" name="Tijdelijke aanduiding voor tekst 14">
            <a:extLst>
              <a:ext uri="{FF2B5EF4-FFF2-40B4-BE49-F238E27FC236}">
                <a16:creationId xmlns:a16="http://schemas.microsoft.com/office/drawing/2014/main" id="{1106FFCA-93C4-D4AE-597F-77521C24FB4D}"/>
              </a:ext>
            </a:extLst>
          </p:cNvPr>
          <p:cNvSpPr>
            <a:spLocks noGrp="1"/>
          </p:cNvSpPr>
          <p:nvPr>
            <p:ph type="body" sz="quarter" idx="23" hasCustomPrompt="1"/>
          </p:nvPr>
        </p:nvSpPr>
        <p:spPr>
          <a:xfrm>
            <a:off x="719138" y="5758654"/>
            <a:ext cx="7359650" cy="584996"/>
          </a:xfrm>
        </p:spPr>
        <p:txBody>
          <a:bodyPr/>
          <a:lstStyle>
            <a:lvl1pPr marL="0" indent="0">
              <a:buNone/>
              <a:defRPr sz="3600" b="1" i="1" cap="all" baseline="0">
                <a:solidFill>
                  <a:schemeClr val="tx1"/>
                </a:solidFill>
                <a:latin typeface="+mj-lt"/>
              </a:defRPr>
            </a:lvl1pPr>
          </a:lstStyle>
          <a:p>
            <a:pPr lvl="0"/>
            <a:r>
              <a:rPr lang="nl-NL" dirty="0"/>
              <a:t>KLIK OM TITEL TE BEWERKEN</a:t>
            </a:r>
          </a:p>
        </p:txBody>
      </p:sp>
      <p:sp>
        <p:nvSpPr>
          <p:cNvPr id="3" name="Tijdelijke aanduiding voor tekst 2">
            <a:extLst>
              <a:ext uri="{FF2B5EF4-FFF2-40B4-BE49-F238E27FC236}">
                <a16:creationId xmlns:a16="http://schemas.microsoft.com/office/drawing/2014/main" id="{3CD5B855-CE5F-99F3-4848-CE7BA5816391}"/>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6" name="Tijdelijke aanduiding voor tekst 5">
            <a:extLst>
              <a:ext uri="{FF2B5EF4-FFF2-40B4-BE49-F238E27FC236}">
                <a16:creationId xmlns:a16="http://schemas.microsoft.com/office/drawing/2014/main" id="{DB8D102E-B827-C97B-95A9-8EDE44EA4952}"/>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819592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slide basic rood">
    <p:bg>
      <p:bgPr>
        <a:solidFill>
          <a:schemeClr val="accent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47745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basic rood</a:t>
            </a:r>
          </a:p>
        </p:txBody>
      </p:sp>
      <p:sp>
        <p:nvSpPr>
          <p:cNvPr id="6" name="Titel 1">
            <a:extLst>
              <a:ext uri="{FF2B5EF4-FFF2-40B4-BE49-F238E27FC236}">
                <a16:creationId xmlns:a16="http://schemas.microsoft.com/office/drawing/2014/main" id="{A1861D27-CA8C-01BF-985C-03BFAB1BD551}"/>
              </a:ext>
            </a:extLst>
          </p:cNvPr>
          <p:cNvSpPr>
            <a:spLocks noGrp="1"/>
          </p:cNvSpPr>
          <p:nvPr>
            <p:ph type="ctrTitle" hasCustomPrompt="1"/>
          </p:nvPr>
        </p:nvSpPr>
        <p:spPr>
          <a:xfrm>
            <a:off x="703640" y="719138"/>
            <a:ext cx="7678360" cy="5122862"/>
          </a:xfrm>
        </p:spPr>
        <p:txBody>
          <a:bodyPr anchor="t"/>
          <a:lstStyle>
            <a:lvl1pPr algn="l">
              <a:lnSpc>
                <a:spcPct val="80000"/>
              </a:lnSpc>
              <a:defRPr sz="8000" b="1" i="1">
                <a:solidFill>
                  <a:schemeClr val="bg1"/>
                </a:solidFill>
              </a:defRPr>
            </a:lvl1pPr>
          </a:lstStyle>
          <a:p>
            <a:r>
              <a:rPr lang="nl-NL" noProof="0" dirty="0"/>
              <a:t>KLIK OM TITEL</a:t>
            </a:r>
            <a:br>
              <a:rPr lang="nl-NL" noProof="0" dirty="0"/>
            </a:br>
            <a:r>
              <a:rPr lang="nl-NL" noProof="0" dirty="0"/>
              <a:t>TE BEWERKEN</a:t>
            </a:r>
          </a:p>
        </p:txBody>
      </p:sp>
      <p:sp>
        <p:nvSpPr>
          <p:cNvPr id="2" name="Tijdelijke aanduiding voor datum 3">
            <a:extLst>
              <a:ext uri="{FF2B5EF4-FFF2-40B4-BE49-F238E27FC236}">
                <a16:creationId xmlns:a16="http://schemas.microsoft.com/office/drawing/2014/main" id="{2D66661C-3350-E7EB-8C9D-F149A54586D6}"/>
              </a:ext>
            </a:extLst>
          </p:cNvPr>
          <p:cNvSpPr>
            <a:spLocks noGrp="1"/>
          </p:cNvSpPr>
          <p:nvPr>
            <p:ph type="dt" sz="half" idx="2"/>
          </p:nvPr>
        </p:nvSpPr>
        <p:spPr>
          <a:xfrm>
            <a:off x="9713170" y="6207054"/>
            <a:ext cx="797055" cy="365125"/>
          </a:xfrm>
          <a:prstGeom prst="rect">
            <a:avLst/>
          </a:prstGeom>
        </p:spPr>
        <p:txBody>
          <a:bodyPr vert="horz" lIns="91440" tIns="45720" rIns="91440" bIns="45720" rtlCol="0" anchor="ctr"/>
          <a:lstStyle>
            <a:lvl1pPr algn="l">
              <a:defRPr sz="1200" b="1">
                <a:solidFill>
                  <a:schemeClr val="bg1"/>
                </a:solidFill>
                <a:latin typeface="+mj-lt"/>
              </a:defRPr>
            </a:lvl1pPr>
          </a:lstStyle>
          <a:p>
            <a:endParaRPr lang="nl-NL" dirty="0"/>
          </a:p>
        </p:txBody>
      </p:sp>
      <p:sp>
        <p:nvSpPr>
          <p:cNvPr id="3" name="Tijdelijke aanduiding voor voettekst 4">
            <a:extLst>
              <a:ext uri="{FF2B5EF4-FFF2-40B4-BE49-F238E27FC236}">
                <a16:creationId xmlns:a16="http://schemas.microsoft.com/office/drawing/2014/main" id="{DE6D10A8-4A1E-CFC7-9241-8422A7BE558E}"/>
              </a:ext>
            </a:extLst>
          </p:cNvPr>
          <p:cNvSpPr>
            <a:spLocks noGrp="1"/>
          </p:cNvSpPr>
          <p:nvPr>
            <p:ph type="ftr" sz="quarter" idx="3"/>
          </p:nvPr>
        </p:nvSpPr>
        <p:spPr>
          <a:xfrm>
            <a:off x="719138" y="6207054"/>
            <a:ext cx="4114800" cy="365125"/>
          </a:xfrm>
          <a:prstGeom prst="rect">
            <a:avLst/>
          </a:prstGeom>
        </p:spPr>
        <p:txBody>
          <a:bodyPr vert="horz" lIns="91440" tIns="45720" rIns="91440" bIns="45720" rtlCol="0" anchor="ctr"/>
          <a:lstStyle>
            <a:lvl1pPr algn="l">
              <a:defRPr sz="1200" b="1">
                <a:solidFill>
                  <a:schemeClr val="bg1"/>
                </a:solidFill>
                <a:latin typeface="+mj-lt"/>
              </a:defRPr>
            </a:lvl1pPr>
          </a:lstStyle>
          <a:p>
            <a:endParaRPr lang="nl-NL" dirty="0"/>
          </a:p>
        </p:txBody>
      </p:sp>
      <p:sp>
        <p:nvSpPr>
          <p:cNvPr id="5" name="Tijdelijke aanduiding voor tekst 4">
            <a:extLst>
              <a:ext uri="{FF2B5EF4-FFF2-40B4-BE49-F238E27FC236}">
                <a16:creationId xmlns:a16="http://schemas.microsoft.com/office/drawing/2014/main" id="{E9ACCF66-86A5-F1FE-865D-A94438EDBD5E}"/>
              </a:ext>
            </a:extLst>
          </p:cNvPr>
          <p:cNvSpPr>
            <a:spLocks noGrp="1"/>
          </p:cNvSpPr>
          <p:nvPr>
            <p:ph type="body" sz="quarter" idx="25"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8" name="Tijdelijke aanduiding voor tekst 7">
            <a:extLst>
              <a:ext uri="{FF2B5EF4-FFF2-40B4-BE49-F238E27FC236}">
                <a16:creationId xmlns:a16="http://schemas.microsoft.com/office/drawing/2014/main" id="{4E597F48-4F47-EFCD-1B2A-22C7F44A7211}"/>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083775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elslide basic blauw">
    <p:bg>
      <p:bgPr>
        <a:solidFill>
          <a:schemeClr val="accent6"/>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58004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basic blauw</a:t>
            </a:r>
          </a:p>
        </p:txBody>
      </p:sp>
      <p:sp>
        <p:nvSpPr>
          <p:cNvPr id="6" name="Titel 1">
            <a:extLst>
              <a:ext uri="{FF2B5EF4-FFF2-40B4-BE49-F238E27FC236}">
                <a16:creationId xmlns:a16="http://schemas.microsoft.com/office/drawing/2014/main" id="{A1861D27-CA8C-01BF-985C-03BFAB1BD551}"/>
              </a:ext>
            </a:extLst>
          </p:cNvPr>
          <p:cNvSpPr>
            <a:spLocks noGrp="1"/>
          </p:cNvSpPr>
          <p:nvPr>
            <p:ph type="ctrTitle" hasCustomPrompt="1"/>
          </p:nvPr>
        </p:nvSpPr>
        <p:spPr>
          <a:xfrm>
            <a:off x="703640" y="719138"/>
            <a:ext cx="7678360" cy="5122862"/>
          </a:xfrm>
        </p:spPr>
        <p:txBody>
          <a:bodyPr anchor="t"/>
          <a:lstStyle>
            <a:lvl1pPr algn="l">
              <a:lnSpc>
                <a:spcPct val="80000"/>
              </a:lnSpc>
              <a:defRPr sz="8000" b="1" i="1">
                <a:solidFill>
                  <a:schemeClr val="bg1"/>
                </a:solidFill>
              </a:defRPr>
            </a:lvl1pPr>
          </a:lstStyle>
          <a:p>
            <a:r>
              <a:rPr lang="nl-NL" noProof="0" dirty="0"/>
              <a:t>KLIK OM TITEL</a:t>
            </a:r>
            <a:br>
              <a:rPr lang="nl-NL" noProof="0" dirty="0"/>
            </a:br>
            <a:r>
              <a:rPr lang="nl-NL" noProof="0" dirty="0"/>
              <a:t>TE BEWERKEN</a:t>
            </a:r>
          </a:p>
        </p:txBody>
      </p:sp>
      <p:sp>
        <p:nvSpPr>
          <p:cNvPr id="2" name="Tijdelijke aanduiding voor datum 1">
            <a:extLst>
              <a:ext uri="{FF2B5EF4-FFF2-40B4-BE49-F238E27FC236}">
                <a16:creationId xmlns:a16="http://schemas.microsoft.com/office/drawing/2014/main" id="{AC669953-3D54-B351-5D46-DC7E38EF0C9F}"/>
              </a:ext>
            </a:extLst>
          </p:cNvPr>
          <p:cNvSpPr>
            <a:spLocks noGrp="1"/>
          </p:cNvSpPr>
          <p:nvPr>
            <p:ph type="dt" sz="half" idx="10"/>
          </p:nvPr>
        </p:nvSpPr>
        <p:spPr/>
        <p:txBody>
          <a:bodyPr/>
          <a:lstStyle>
            <a:lvl1pPr>
              <a:defRPr>
                <a:solidFill>
                  <a:schemeClr val="bg1"/>
                </a:solidFill>
              </a:defRPr>
            </a:lvl1pPr>
          </a:lstStyle>
          <a:p>
            <a:endParaRPr lang="nl-NL" dirty="0"/>
          </a:p>
        </p:txBody>
      </p:sp>
      <p:sp>
        <p:nvSpPr>
          <p:cNvPr id="3" name="Tijdelijke aanduiding voor voettekst 2">
            <a:extLst>
              <a:ext uri="{FF2B5EF4-FFF2-40B4-BE49-F238E27FC236}">
                <a16:creationId xmlns:a16="http://schemas.microsoft.com/office/drawing/2014/main" id="{B105F6D2-E42A-5DBF-A875-16707FA2AC05}"/>
              </a:ext>
            </a:extLst>
          </p:cNvPr>
          <p:cNvSpPr>
            <a:spLocks noGrp="1"/>
          </p:cNvSpPr>
          <p:nvPr>
            <p:ph type="ftr" sz="quarter" idx="11"/>
          </p:nvPr>
        </p:nvSpPr>
        <p:spPr/>
        <p:txBody>
          <a:bodyPr/>
          <a:lstStyle>
            <a:lvl1pPr>
              <a:defRPr>
                <a:solidFill>
                  <a:schemeClr val="bg1"/>
                </a:solidFill>
              </a:defRPr>
            </a:lvl1pPr>
          </a:lstStyle>
          <a:p>
            <a:endParaRPr lang="nl-NL" dirty="0"/>
          </a:p>
        </p:txBody>
      </p:sp>
      <p:sp>
        <p:nvSpPr>
          <p:cNvPr id="5" name="Tijdelijke aanduiding voor tekst 4">
            <a:extLst>
              <a:ext uri="{FF2B5EF4-FFF2-40B4-BE49-F238E27FC236}">
                <a16:creationId xmlns:a16="http://schemas.microsoft.com/office/drawing/2014/main" id="{B5468314-9BBD-246D-9BC4-57BD9381CE47}"/>
              </a:ext>
            </a:extLst>
          </p:cNvPr>
          <p:cNvSpPr>
            <a:spLocks noGrp="1"/>
          </p:cNvSpPr>
          <p:nvPr>
            <p:ph type="body" sz="quarter" idx="25"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8" name="Tijdelijke aanduiding voor tekst 7">
            <a:extLst>
              <a:ext uri="{FF2B5EF4-FFF2-40B4-BE49-F238E27FC236}">
                <a16:creationId xmlns:a16="http://schemas.microsoft.com/office/drawing/2014/main" id="{26882326-9A1D-6905-4089-2A86B5EAE52E}"/>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460437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elslide Avatiles versie 1">
    <p:spTree>
      <p:nvGrpSpPr>
        <p:cNvPr id="1" name=""/>
        <p:cNvGrpSpPr/>
        <p:nvPr/>
      </p:nvGrpSpPr>
      <p:grpSpPr>
        <a:xfrm>
          <a:off x="0" y="0"/>
          <a:ext cx="0" cy="0"/>
          <a:chOff x="0" y="0"/>
          <a:chExt cx="0" cy="0"/>
        </a:xfrm>
      </p:grpSpPr>
      <p:grpSp>
        <p:nvGrpSpPr>
          <p:cNvPr id="9" name="Groep 8">
            <a:extLst>
              <a:ext uri="{FF2B5EF4-FFF2-40B4-BE49-F238E27FC236}">
                <a16:creationId xmlns:a16="http://schemas.microsoft.com/office/drawing/2014/main" id="{F00F88F0-7D4F-25A5-E0E7-3B2A7FF6DFA6}"/>
              </a:ext>
            </a:extLst>
          </p:cNvPr>
          <p:cNvGrpSpPr/>
          <p:nvPr userDrawn="1"/>
        </p:nvGrpSpPr>
        <p:grpSpPr>
          <a:xfrm>
            <a:off x="0" y="3262"/>
            <a:ext cx="12208931" cy="6867972"/>
            <a:chOff x="1" y="0"/>
            <a:chExt cx="24382411" cy="13716000"/>
          </a:xfrm>
        </p:grpSpPr>
        <p:sp>
          <p:nvSpPr>
            <p:cNvPr id="7" name="Vrije vorm 9">
              <a:extLst>
                <a:ext uri="{FF2B5EF4-FFF2-40B4-BE49-F238E27FC236}">
                  <a16:creationId xmlns:a16="http://schemas.microsoft.com/office/drawing/2014/main" id="{0F1C538F-B6F3-F33C-DC35-07B4BA045F81}"/>
                </a:ext>
              </a:extLst>
            </p:cNvPr>
            <p:cNvSpPr>
              <a:spLocks noChangeArrowheads="1"/>
            </p:cNvSpPr>
            <p:nvPr userDrawn="1"/>
          </p:nvSpPr>
          <p:spPr bwMode="auto">
            <a:xfrm>
              <a:off x="5750290" y="0"/>
              <a:ext cx="18632122" cy="11760438"/>
            </a:xfrm>
            <a:custGeom>
              <a:avLst/>
              <a:gdLst>
                <a:gd name="connsiteX0" fmla="*/ 2022556 w 18632122"/>
                <a:gd name="connsiteY0" fmla="*/ 0 h 11760438"/>
                <a:gd name="connsiteX1" fmla="*/ 18632122 w 18632122"/>
                <a:gd name="connsiteY1" fmla="*/ 0 h 11760438"/>
                <a:gd name="connsiteX2" fmla="*/ 18632122 w 18632122"/>
                <a:gd name="connsiteY2" fmla="*/ 11760438 h 11760438"/>
                <a:gd name="connsiteX3" fmla="*/ 1735296 w 18632122"/>
                <a:gd name="connsiteY3" fmla="*/ 11760438 h 11760438"/>
                <a:gd name="connsiteX4" fmla="*/ 35888 w 18632122"/>
                <a:gd name="connsiteY4" fmla="*/ 9676768 h 11760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32122" h="11760438">
                  <a:moveTo>
                    <a:pt x="2022556" y="0"/>
                  </a:moveTo>
                  <a:lnTo>
                    <a:pt x="18632122" y="0"/>
                  </a:lnTo>
                  <a:lnTo>
                    <a:pt x="18632122" y="11760438"/>
                  </a:lnTo>
                  <a:lnTo>
                    <a:pt x="1735296" y="11760438"/>
                  </a:lnTo>
                  <a:cubicBezTo>
                    <a:pt x="637191" y="11760438"/>
                    <a:pt x="-184376" y="10752366"/>
                    <a:pt x="35888" y="9676768"/>
                  </a:cubicBezTo>
                  <a:close/>
                </a:path>
              </a:pathLst>
            </a:custGeom>
            <a:solidFill>
              <a:schemeClr val="accent4"/>
            </a:solidFill>
            <a:ln>
              <a:noFill/>
            </a:ln>
            <a:effectLst/>
          </p:spPr>
          <p:txBody>
            <a:bodyPr wrap="square" anchor="ctr">
              <a:noAutofit/>
            </a:bodyPr>
            <a:lstStyle/>
            <a:p>
              <a:endParaRPr lang="nl-NL" sz="1600"/>
            </a:p>
          </p:txBody>
        </p:sp>
        <p:sp>
          <p:nvSpPr>
            <p:cNvPr id="8" name="Vrije vorm 12">
              <a:extLst>
                <a:ext uri="{FF2B5EF4-FFF2-40B4-BE49-F238E27FC236}">
                  <a16:creationId xmlns:a16="http://schemas.microsoft.com/office/drawing/2014/main" id="{197B8966-91F9-9F58-36B9-8B73CA658190}"/>
                </a:ext>
              </a:extLst>
            </p:cNvPr>
            <p:cNvSpPr/>
            <p:nvPr userDrawn="1"/>
          </p:nvSpPr>
          <p:spPr>
            <a:xfrm>
              <a:off x="1" y="9267552"/>
              <a:ext cx="9125737" cy="4448448"/>
            </a:xfrm>
            <a:custGeom>
              <a:avLst/>
              <a:gdLst>
                <a:gd name="connsiteX0" fmla="*/ 0 w 9125737"/>
                <a:gd name="connsiteY0" fmla="*/ 0 h 4448448"/>
                <a:gd name="connsiteX1" fmla="*/ 7390442 w 9125737"/>
                <a:gd name="connsiteY1" fmla="*/ 0 h 4448448"/>
                <a:gd name="connsiteX2" fmla="*/ 9089850 w 9125737"/>
                <a:gd name="connsiteY2" fmla="*/ 2083670 h 4448448"/>
                <a:gd name="connsiteX3" fmla="*/ 8604354 w 9125737"/>
                <a:gd name="connsiteY3" fmla="*/ 4448448 h 4448448"/>
                <a:gd name="connsiteX4" fmla="*/ 0 w 9125737"/>
                <a:gd name="connsiteY4" fmla="*/ 4448448 h 4448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5737" h="4448448">
                  <a:moveTo>
                    <a:pt x="0" y="0"/>
                  </a:moveTo>
                  <a:lnTo>
                    <a:pt x="7390442" y="0"/>
                  </a:lnTo>
                  <a:cubicBezTo>
                    <a:pt x="8488546" y="0"/>
                    <a:pt x="9310114" y="1008072"/>
                    <a:pt x="9089850" y="2083670"/>
                  </a:cubicBezTo>
                  <a:lnTo>
                    <a:pt x="8604354" y="4448448"/>
                  </a:lnTo>
                  <a:lnTo>
                    <a:pt x="0" y="4448448"/>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dirty="0">
                <a:ln>
                  <a:noFill/>
                </a:ln>
              </a:endParaRPr>
            </a:p>
          </p:txBody>
        </p:sp>
      </p:grpSp>
      <p:sp>
        <p:nvSpPr>
          <p:cNvPr id="6" name="Titel 1">
            <a:extLst>
              <a:ext uri="{FF2B5EF4-FFF2-40B4-BE49-F238E27FC236}">
                <a16:creationId xmlns:a16="http://schemas.microsoft.com/office/drawing/2014/main" id="{2F278500-BD0E-46E0-B312-D532E7D010BE}"/>
              </a:ext>
            </a:extLst>
          </p:cNvPr>
          <p:cNvSpPr>
            <a:spLocks noGrp="1"/>
          </p:cNvSpPr>
          <p:nvPr>
            <p:ph type="ctrTitle" hasCustomPrompt="1"/>
          </p:nvPr>
        </p:nvSpPr>
        <p:spPr>
          <a:xfrm>
            <a:off x="703640" y="719138"/>
            <a:ext cx="7678360" cy="5122862"/>
          </a:xfrm>
        </p:spPr>
        <p:txBody>
          <a:bodyPr anchor="t"/>
          <a:lstStyle>
            <a:lvl1pPr algn="l">
              <a:lnSpc>
                <a:spcPct val="80000"/>
              </a:lnSpc>
              <a:defRPr sz="8000" b="1" i="1">
                <a:solidFill>
                  <a:schemeClr val="tx1"/>
                </a:solidFill>
              </a:defRPr>
            </a:lvl1pPr>
          </a:lstStyle>
          <a:p>
            <a:r>
              <a:rPr lang="nl-NL" noProof="0" dirty="0"/>
              <a:t>KLIK OM TITEL</a:t>
            </a:r>
            <a:br>
              <a:rPr lang="nl-NL" noProof="0" dirty="0"/>
            </a:br>
            <a:r>
              <a:rPr lang="nl-NL" noProof="0" dirty="0"/>
              <a:t>TE BEWERKEN</a:t>
            </a:r>
          </a:p>
        </p:txBody>
      </p:sp>
      <p:sp>
        <p:nvSpPr>
          <p:cNvPr id="10" name="Rechthoek 9">
            <a:extLst>
              <a:ext uri="{FF2B5EF4-FFF2-40B4-BE49-F238E27FC236}">
                <a16:creationId xmlns:a16="http://schemas.microsoft.com/office/drawing/2014/main" id="{1187E943-2075-5BFA-2E1E-ECAF5C9FE14A}"/>
              </a:ext>
            </a:extLst>
          </p:cNvPr>
          <p:cNvSpPr/>
          <p:nvPr userDrawn="1"/>
        </p:nvSpPr>
        <p:spPr>
          <a:xfrm>
            <a:off x="0" y="-425941"/>
            <a:ext cx="191417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a:t>
            </a:r>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versie 1</a:t>
            </a:r>
          </a:p>
        </p:txBody>
      </p:sp>
      <p:sp>
        <p:nvSpPr>
          <p:cNvPr id="2" name="Tijdelijke aanduiding voor tekst 1">
            <a:extLst>
              <a:ext uri="{FF2B5EF4-FFF2-40B4-BE49-F238E27FC236}">
                <a16:creationId xmlns:a16="http://schemas.microsoft.com/office/drawing/2014/main" id="{EA85585F-77C8-73F7-79A4-5C3BD8D1CB4D}"/>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4" name="Tijdelijke aanduiding voor tekst 3">
            <a:extLst>
              <a:ext uri="{FF2B5EF4-FFF2-40B4-BE49-F238E27FC236}">
                <a16:creationId xmlns:a16="http://schemas.microsoft.com/office/drawing/2014/main" id="{8786A355-7D9F-49D1-87FA-BD4CB796D1BE}"/>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76261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elslide Avatiles versie 2">
    <p:bg>
      <p:bgPr>
        <a:solidFill>
          <a:schemeClr val="accent6"/>
        </a:solidFill>
        <a:effectLst/>
      </p:bgPr>
    </p:bg>
    <p:spTree>
      <p:nvGrpSpPr>
        <p:cNvPr id="1" name=""/>
        <p:cNvGrpSpPr/>
        <p:nvPr/>
      </p:nvGrpSpPr>
      <p:grpSpPr>
        <a:xfrm>
          <a:off x="0" y="0"/>
          <a:ext cx="0" cy="0"/>
          <a:chOff x="0" y="0"/>
          <a:chExt cx="0" cy="0"/>
        </a:xfrm>
      </p:grpSpPr>
      <p:grpSp>
        <p:nvGrpSpPr>
          <p:cNvPr id="9" name="Groep 8">
            <a:extLst>
              <a:ext uri="{FF2B5EF4-FFF2-40B4-BE49-F238E27FC236}">
                <a16:creationId xmlns:a16="http://schemas.microsoft.com/office/drawing/2014/main" id="{F00F88F0-7D4F-25A5-E0E7-3B2A7FF6DFA6}"/>
              </a:ext>
            </a:extLst>
          </p:cNvPr>
          <p:cNvGrpSpPr/>
          <p:nvPr userDrawn="1"/>
        </p:nvGrpSpPr>
        <p:grpSpPr>
          <a:xfrm>
            <a:off x="0" y="3262"/>
            <a:ext cx="12208931" cy="6867972"/>
            <a:chOff x="1" y="0"/>
            <a:chExt cx="24382411" cy="13716000"/>
          </a:xfrm>
        </p:grpSpPr>
        <p:sp>
          <p:nvSpPr>
            <p:cNvPr id="7" name="Vrije vorm 9">
              <a:extLst>
                <a:ext uri="{FF2B5EF4-FFF2-40B4-BE49-F238E27FC236}">
                  <a16:creationId xmlns:a16="http://schemas.microsoft.com/office/drawing/2014/main" id="{0F1C538F-B6F3-F33C-DC35-07B4BA045F81}"/>
                </a:ext>
              </a:extLst>
            </p:cNvPr>
            <p:cNvSpPr>
              <a:spLocks noChangeArrowheads="1"/>
            </p:cNvSpPr>
            <p:nvPr userDrawn="1"/>
          </p:nvSpPr>
          <p:spPr bwMode="auto">
            <a:xfrm>
              <a:off x="5750290" y="0"/>
              <a:ext cx="18632122" cy="11760438"/>
            </a:xfrm>
            <a:custGeom>
              <a:avLst/>
              <a:gdLst>
                <a:gd name="connsiteX0" fmla="*/ 2022556 w 18632122"/>
                <a:gd name="connsiteY0" fmla="*/ 0 h 11760438"/>
                <a:gd name="connsiteX1" fmla="*/ 18632122 w 18632122"/>
                <a:gd name="connsiteY1" fmla="*/ 0 h 11760438"/>
                <a:gd name="connsiteX2" fmla="*/ 18632122 w 18632122"/>
                <a:gd name="connsiteY2" fmla="*/ 11760438 h 11760438"/>
                <a:gd name="connsiteX3" fmla="*/ 1735296 w 18632122"/>
                <a:gd name="connsiteY3" fmla="*/ 11760438 h 11760438"/>
                <a:gd name="connsiteX4" fmla="*/ 35888 w 18632122"/>
                <a:gd name="connsiteY4" fmla="*/ 9676768 h 11760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32122" h="11760438">
                  <a:moveTo>
                    <a:pt x="2022556" y="0"/>
                  </a:moveTo>
                  <a:lnTo>
                    <a:pt x="18632122" y="0"/>
                  </a:lnTo>
                  <a:lnTo>
                    <a:pt x="18632122" y="11760438"/>
                  </a:lnTo>
                  <a:lnTo>
                    <a:pt x="1735296" y="11760438"/>
                  </a:lnTo>
                  <a:cubicBezTo>
                    <a:pt x="637191" y="11760438"/>
                    <a:pt x="-184376" y="10752366"/>
                    <a:pt x="35888" y="9676768"/>
                  </a:cubicBezTo>
                  <a:close/>
                </a:path>
              </a:pathLst>
            </a:custGeom>
            <a:solidFill>
              <a:schemeClr val="accent5"/>
            </a:solidFill>
            <a:ln>
              <a:noFill/>
            </a:ln>
            <a:effectLst/>
          </p:spPr>
          <p:txBody>
            <a:bodyPr wrap="square" anchor="ctr">
              <a:noAutofit/>
            </a:bodyPr>
            <a:lstStyle/>
            <a:p>
              <a:endParaRPr lang="nl-NL" sz="1600" dirty="0"/>
            </a:p>
          </p:txBody>
        </p:sp>
        <p:sp>
          <p:nvSpPr>
            <p:cNvPr id="8" name="Vrije vorm 12">
              <a:extLst>
                <a:ext uri="{FF2B5EF4-FFF2-40B4-BE49-F238E27FC236}">
                  <a16:creationId xmlns:a16="http://schemas.microsoft.com/office/drawing/2014/main" id="{197B8966-91F9-9F58-36B9-8B73CA658190}"/>
                </a:ext>
              </a:extLst>
            </p:cNvPr>
            <p:cNvSpPr/>
            <p:nvPr userDrawn="1"/>
          </p:nvSpPr>
          <p:spPr>
            <a:xfrm>
              <a:off x="1" y="9267552"/>
              <a:ext cx="9125737" cy="4448448"/>
            </a:xfrm>
            <a:custGeom>
              <a:avLst/>
              <a:gdLst>
                <a:gd name="connsiteX0" fmla="*/ 0 w 9125737"/>
                <a:gd name="connsiteY0" fmla="*/ 0 h 4448448"/>
                <a:gd name="connsiteX1" fmla="*/ 7390442 w 9125737"/>
                <a:gd name="connsiteY1" fmla="*/ 0 h 4448448"/>
                <a:gd name="connsiteX2" fmla="*/ 9089850 w 9125737"/>
                <a:gd name="connsiteY2" fmla="*/ 2083670 h 4448448"/>
                <a:gd name="connsiteX3" fmla="*/ 8604354 w 9125737"/>
                <a:gd name="connsiteY3" fmla="*/ 4448448 h 4448448"/>
                <a:gd name="connsiteX4" fmla="*/ 0 w 9125737"/>
                <a:gd name="connsiteY4" fmla="*/ 4448448 h 4448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5737" h="4448448">
                  <a:moveTo>
                    <a:pt x="0" y="0"/>
                  </a:moveTo>
                  <a:lnTo>
                    <a:pt x="7390442" y="0"/>
                  </a:lnTo>
                  <a:cubicBezTo>
                    <a:pt x="8488546" y="0"/>
                    <a:pt x="9310114" y="1008072"/>
                    <a:pt x="9089850" y="2083670"/>
                  </a:cubicBezTo>
                  <a:lnTo>
                    <a:pt x="8604354" y="4448448"/>
                  </a:lnTo>
                  <a:lnTo>
                    <a:pt x="0" y="444844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dirty="0">
                <a:ln>
                  <a:noFill/>
                </a:ln>
              </a:endParaRPr>
            </a:p>
          </p:txBody>
        </p:sp>
      </p:grpSp>
      <p:sp>
        <p:nvSpPr>
          <p:cNvPr id="6" name="Titel 1">
            <a:extLst>
              <a:ext uri="{FF2B5EF4-FFF2-40B4-BE49-F238E27FC236}">
                <a16:creationId xmlns:a16="http://schemas.microsoft.com/office/drawing/2014/main" id="{2F278500-BD0E-46E0-B312-D532E7D010BE}"/>
              </a:ext>
            </a:extLst>
          </p:cNvPr>
          <p:cNvSpPr>
            <a:spLocks noGrp="1"/>
          </p:cNvSpPr>
          <p:nvPr>
            <p:ph type="ctrTitle" hasCustomPrompt="1"/>
          </p:nvPr>
        </p:nvSpPr>
        <p:spPr>
          <a:xfrm>
            <a:off x="703640" y="719138"/>
            <a:ext cx="7678360" cy="5122862"/>
          </a:xfrm>
        </p:spPr>
        <p:txBody>
          <a:bodyPr anchor="t"/>
          <a:lstStyle>
            <a:lvl1pPr algn="l">
              <a:lnSpc>
                <a:spcPct val="80000"/>
              </a:lnSpc>
              <a:defRPr sz="8000" b="1" i="1">
                <a:solidFill>
                  <a:schemeClr val="bg1"/>
                </a:solidFill>
              </a:defRPr>
            </a:lvl1pPr>
          </a:lstStyle>
          <a:p>
            <a:r>
              <a:rPr lang="nl-NL" noProof="0" dirty="0"/>
              <a:t>KLIK OM TITEL</a:t>
            </a:r>
            <a:br>
              <a:rPr lang="nl-NL" noProof="0" dirty="0"/>
            </a:br>
            <a:r>
              <a:rPr lang="nl-NL" noProof="0" dirty="0"/>
              <a:t>TE BEWERKEN</a:t>
            </a:r>
          </a:p>
        </p:txBody>
      </p:sp>
      <p:sp>
        <p:nvSpPr>
          <p:cNvPr id="10" name="Rechthoek 9">
            <a:extLst>
              <a:ext uri="{FF2B5EF4-FFF2-40B4-BE49-F238E27FC236}">
                <a16:creationId xmlns:a16="http://schemas.microsoft.com/office/drawing/2014/main" id="{1187E943-2075-5BFA-2E1E-ECAF5C9FE14A}"/>
              </a:ext>
            </a:extLst>
          </p:cNvPr>
          <p:cNvSpPr/>
          <p:nvPr userDrawn="1"/>
        </p:nvSpPr>
        <p:spPr>
          <a:xfrm>
            <a:off x="0" y="-425941"/>
            <a:ext cx="191417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a:t>
            </a:r>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versie 2</a:t>
            </a:r>
          </a:p>
        </p:txBody>
      </p:sp>
      <p:sp>
        <p:nvSpPr>
          <p:cNvPr id="3" name="Tijdelijke aanduiding voor tekst 2">
            <a:extLst>
              <a:ext uri="{FF2B5EF4-FFF2-40B4-BE49-F238E27FC236}">
                <a16:creationId xmlns:a16="http://schemas.microsoft.com/office/drawing/2014/main" id="{584F7048-F286-4994-5843-5FAA268F6008}"/>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4" name="Tijdelijke aanduiding voor tekst 3">
            <a:extLst>
              <a:ext uri="{FF2B5EF4-FFF2-40B4-BE49-F238E27FC236}">
                <a16:creationId xmlns:a16="http://schemas.microsoft.com/office/drawing/2014/main" id="{2C408BC7-6142-73BD-90D8-3050FCB37DA8}"/>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836539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elslide Avatiles versie 3">
    <p:bg>
      <p:bgPr>
        <a:solidFill>
          <a:schemeClr val="accent1"/>
        </a:solidFill>
        <a:effectLst/>
      </p:bgPr>
    </p:bg>
    <p:spTree>
      <p:nvGrpSpPr>
        <p:cNvPr id="1" name=""/>
        <p:cNvGrpSpPr/>
        <p:nvPr/>
      </p:nvGrpSpPr>
      <p:grpSpPr>
        <a:xfrm>
          <a:off x="0" y="0"/>
          <a:ext cx="0" cy="0"/>
          <a:chOff x="0" y="0"/>
          <a:chExt cx="0" cy="0"/>
        </a:xfrm>
      </p:grpSpPr>
      <p:grpSp>
        <p:nvGrpSpPr>
          <p:cNvPr id="9" name="Groep 8">
            <a:extLst>
              <a:ext uri="{FF2B5EF4-FFF2-40B4-BE49-F238E27FC236}">
                <a16:creationId xmlns:a16="http://schemas.microsoft.com/office/drawing/2014/main" id="{F00F88F0-7D4F-25A5-E0E7-3B2A7FF6DFA6}"/>
              </a:ext>
            </a:extLst>
          </p:cNvPr>
          <p:cNvGrpSpPr/>
          <p:nvPr userDrawn="1"/>
        </p:nvGrpSpPr>
        <p:grpSpPr>
          <a:xfrm>
            <a:off x="0" y="3262"/>
            <a:ext cx="12208931" cy="6867972"/>
            <a:chOff x="1" y="0"/>
            <a:chExt cx="24382411" cy="13716000"/>
          </a:xfrm>
        </p:grpSpPr>
        <p:sp>
          <p:nvSpPr>
            <p:cNvPr id="7" name="Vrije vorm 9">
              <a:extLst>
                <a:ext uri="{FF2B5EF4-FFF2-40B4-BE49-F238E27FC236}">
                  <a16:creationId xmlns:a16="http://schemas.microsoft.com/office/drawing/2014/main" id="{0F1C538F-B6F3-F33C-DC35-07B4BA045F81}"/>
                </a:ext>
              </a:extLst>
            </p:cNvPr>
            <p:cNvSpPr>
              <a:spLocks noChangeArrowheads="1"/>
            </p:cNvSpPr>
            <p:nvPr userDrawn="1"/>
          </p:nvSpPr>
          <p:spPr bwMode="auto">
            <a:xfrm>
              <a:off x="5750290" y="0"/>
              <a:ext cx="18632122" cy="11760438"/>
            </a:xfrm>
            <a:custGeom>
              <a:avLst/>
              <a:gdLst>
                <a:gd name="connsiteX0" fmla="*/ 2022556 w 18632122"/>
                <a:gd name="connsiteY0" fmla="*/ 0 h 11760438"/>
                <a:gd name="connsiteX1" fmla="*/ 18632122 w 18632122"/>
                <a:gd name="connsiteY1" fmla="*/ 0 h 11760438"/>
                <a:gd name="connsiteX2" fmla="*/ 18632122 w 18632122"/>
                <a:gd name="connsiteY2" fmla="*/ 11760438 h 11760438"/>
                <a:gd name="connsiteX3" fmla="*/ 1735296 w 18632122"/>
                <a:gd name="connsiteY3" fmla="*/ 11760438 h 11760438"/>
                <a:gd name="connsiteX4" fmla="*/ 35888 w 18632122"/>
                <a:gd name="connsiteY4" fmla="*/ 9676768 h 11760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32122" h="11760438">
                  <a:moveTo>
                    <a:pt x="2022556" y="0"/>
                  </a:moveTo>
                  <a:lnTo>
                    <a:pt x="18632122" y="0"/>
                  </a:lnTo>
                  <a:lnTo>
                    <a:pt x="18632122" y="11760438"/>
                  </a:lnTo>
                  <a:lnTo>
                    <a:pt x="1735296" y="11760438"/>
                  </a:lnTo>
                  <a:cubicBezTo>
                    <a:pt x="637191" y="11760438"/>
                    <a:pt x="-184376" y="10752366"/>
                    <a:pt x="35888" y="9676768"/>
                  </a:cubicBezTo>
                  <a:close/>
                </a:path>
              </a:pathLst>
            </a:custGeom>
            <a:solidFill>
              <a:schemeClr val="accent4"/>
            </a:solidFill>
            <a:ln>
              <a:noFill/>
            </a:ln>
            <a:effectLst/>
          </p:spPr>
          <p:txBody>
            <a:bodyPr wrap="square" anchor="ctr">
              <a:noAutofit/>
            </a:bodyPr>
            <a:lstStyle/>
            <a:p>
              <a:endParaRPr lang="nl-NL" sz="1600" dirty="0"/>
            </a:p>
          </p:txBody>
        </p:sp>
        <p:sp>
          <p:nvSpPr>
            <p:cNvPr id="8" name="Vrije vorm 12">
              <a:extLst>
                <a:ext uri="{FF2B5EF4-FFF2-40B4-BE49-F238E27FC236}">
                  <a16:creationId xmlns:a16="http://schemas.microsoft.com/office/drawing/2014/main" id="{197B8966-91F9-9F58-36B9-8B73CA658190}"/>
                </a:ext>
              </a:extLst>
            </p:cNvPr>
            <p:cNvSpPr/>
            <p:nvPr userDrawn="1"/>
          </p:nvSpPr>
          <p:spPr>
            <a:xfrm>
              <a:off x="1" y="9267552"/>
              <a:ext cx="9125737" cy="4448448"/>
            </a:xfrm>
            <a:custGeom>
              <a:avLst/>
              <a:gdLst>
                <a:gd name="connsiteX0" fmla="*/ 0 w 9125737"/>
                <a:gd name="connsiteY0" fmla="*/ 0 h 4448448"/>
                <a:gd name="connsiteX1" fmla="*/ 7390442 w 9125737"/>
                <a:gd name="connsiteY1" fmla="*/ 0 h 4448448"/>
                <a:gd name="connsiteX2" fmla="*/ 9089850 w 9125737"/>
                <a:gd name="connsiteY2" fmla="*/ 2083670 h 4448448"/>
                <a:gd name="connsiteX3" fmla="*/ 8604354 w 9125737"/>
                <a:gd name="connsiteY3" fmla="*/ 4448448 h 4448448"/>
                <a:gd name="connsiteX4" fmla="*/ 0 w 9125737"/>
                <a:gd name="connsiteY4" fmla="*/ 4448448 h 4448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5737" h="4448448">
                  <a:moveTo>
                    <a:pt x="0" y="0"/>
                  </a:moveTo>
                  <a:lnTo>
                    <a:pt x="7390442" y="0"/>
                  </a:lnTo>
                  <a:cubicBezTo>
                    <a:pt x="8488546" y="0"/>
                    <a:pt x="9310114" y="1008072"/>
                    <a:pt x="9089850" y="2083670"/>
                  </a:cubicBezTo>
                  <a:lnTo>
                    <a:pt x="8604354" y="4448448"/>
                  </a:lnTo>
                  <a:lnTo>
                    <a:pt x="0" y="4448448"/>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dirty="0">
                <a:ln>
                  <a:noFill/>
                </a:ln>
              </a:endParaRPr>
            </a:p>
          </p:txBody>
        </p:sp>
      </p:grpSp>
      <p:sp>
        <p:nvSpPr>
          <p:cNvPr id="6" name="Titel 1">
            <a:extLst>
              <a:ext uri="{FF2B5EF4-FFF2-40B4-BE49-F238E27FC236}">
                <a16:creationId xmlns:a16="http://schemas.microsoft.com/office/drawing/2014/main" id="{2F278500-BD0E-46E0-B312-D532E7D010BE}"/>
              </a:ext>
            </a:extLst>
          </p:cNvPr>
          <p:cNvSpPr>
            <a:spLocks noGrp="1"/>
          </p:cNvSpPr>
          <p:nvPr>
            <p:ph type="ctrTitle" hasCustomPrompt="1"/>
          </p:nvPr>
        </p:nvSpPr>
        <p:spPr>
          <a:xfrm>
            <a:off x="703640" y="719138"/>
            <a:ext cx="7678360" cy="5122862"/>
          </a:xfrm>
        </p:spPr>
        <p:txBody>
          <a:bodyPr anchor="t"/>
          <a:lstStyle>
            <a:lvl1pPr algn="l">
              <a:lnSpc>
                <a:spcPct val="80000"/>
              </a:lnSpc>
              <a:defRPr sz="8000" b="1" i="1">
                <a:solidFill>
                  <a:schemeClr val="bg1"/>
                </a:solidFill>
              </a:defRPr>
            </a:lvl1pPr>
          </a:lstStyle>
          <a:p>
            <a:r>
              <a:rPr lang="nl-NL" noProof="0" dirty="0"/>
              <a:t>KLIK OM TITEL</a:t>
            </a:r>
            <a:br>
              <a:rPr lang="nl-NL" noProof="0" dirty="0"/>
            </a:br>
            <a:r>
              <a:rPr lang="nl-NL" noProof="0" dirty="0"/>
              <a:t>TE BEWERKEN</a:t>
            </a:r>
          </a:p>
        </p:txBody>
      </p:sp>
      <p:sp>
        <p:nvSpPr>
          <p:cNvPr id="10" name="Rechthoek 9">
            <a:extLst>
              <a:ext uri="{FF2B5EF4-FFF2-40B4-BE49-F238E27FC236}">
                <a16:creationId xmlns:a16="http://schemas.microsoft.com/office/drawing/2014/main" id="{1187E943-2075-5BFA-2E1E-ECAF5C9FE14A}"/>
              </a:ext>
            </a:extLst>
          </p:cNvPr>
          <p:cNvSpPr/>
          <p:nvPr userDrawn="1"/>
        </p:nvSpPr>
        <p:spPr>
          <a:xfrm>
            <a:off x="0" y="-425941"/>
            <a:ext cx="191417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Titelslide </a:t>
            </a:r>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versie 3</a:t>
            </a:r>
          </a:p>
        </p:txBody>
      </p:sp>
      <p:sp>
        <p:nvSpPr>
          <p:cNvPr id="4" name="Tijdelijke aanduiding voor tekst 3">
            <a:extLst>
              <a:ext uri="{FF2B5EF4-FFF2-40B4-BE49-F238E27FC236}">
                <a16:creationId xmlns:a16="http://schemas.microsoft.com/office/drawing/2014/main" id="{F49262A5-C69B-4D37-1D1C-D048386C0855}"/>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534626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versie 1">
    <p:bg>
      <p:bgPr>
        <a:solidFill>
          <a:schemeClr val="accent1"/>
        </a:solidFill>
        <a:effectLst/>
      </p:bgPr>
    </p:bg>
    <p:spTree>
      <p:nvGrpSpPr>
        <p:cNvPr id="1" name=""/>
        <p:cNvGrpSpPr/>
        <p:nvPr/>
      </p:nvGrpSpPr>
      <p:grpSpPr>
        <a:xfrm>
          <a:off x="0" y="0"/>
          <a:ext cx="0" cy="0"/>
          <a:chOff x="0" y="0"/>
          <a:chExt cx="0" cy="0"/>
        </a:xfrm>
      </p:grpSpPr>
      <p:grpSp>
        <p:nvGrpSpPr>
          <p:cNvPr id="5" name="Groep 4">
            <a:extLst>
              <a:ext uri="{FF2B5EF4-FFF2-40B4-BE49-F238E27FC236}">
                <a16:creationId xmlns:a16="http://schemas.microsoft.com/office/drawing/2014/main" id="{C1E0D01A-45B2-1F55-7ACA-B5EC198F7881}"/>
              </a:ext>
            </a:extLst>
          </p:cNvPr>
          <p:cNvGrpSpPr/>
          <p:nvPr userDrawn="1"/>
        </p:nvGrpSpPr>
        <p:grpSpPr>
          <a:xfrm>
            <a:off x="1" y="1941303"/>
            <a:ext cx="12191999" cy="4916697"/>
            <a:chOff x="1" y="3883246"/>
            <a:chExt cx="24382411" cy="9832754"/>
          </a:xfrm>
        </p:grpSpPr>
        <p:sp>
          <p:nvSpPr>
            <p:cNvPr id="2" name="Vrije vorm 13">
              <a:extLst>
                <a:ext uri="{FF2B5EF4-FFF2-40B4-BE49-F238E27FC236}">
                  <a16:creationId xmlns:a16="http://schemas.microsoft.com/office/drawing/2014/main" id="{E9EDF096-464A-E59E-8015-F087EA36E6F6}"/>
                </a:ext>
              </a:extLst>
            </p:cNvPr>
            <p:cNvSpPr/>
            <p:nvPr userDrawn="1"/>
          </p:nvSpPr>
          <p:spPr>
            <a:xfrm>
              <a:off x="1" y="3883246"/>
              <a:ext cx="19697146" cy="9832754"/>
            </a:xfrm>
            <a:custGeom>
              <a:avLst/>
              <a:gdLst>
                <a:gd name="connsiteX0" fmla="*/ 0 w 19697146"/>
                <a:gd name="connsiteY0" fmla="*/ 0 h 9832754"/>
                <a:gd name="connsiteX1" fmla="*/ 17801363 w 19697146"/>
                <a:gd name="connsiteY1" fmla="*/ 0 h 9832754"/>
                <a:gd name="connsiteX2" fmla="*/ 19657399 w 19697146"/>
                <a:gd name="connsiteY2" fmla="*/ 2278392 h 9832754"/>
                <a:gd name="connsiteX3" fmla="*/ 18107285 w 19697146"/>
                <a:gd name="connsiteY3" fmla="*/ 9832754 h 9832754"/>
                <a:gd name="connsiteX4" fmla="*/ 0 w 19697146"/>
                <a:gd name="connsiteY4" fmla="*/ 9832754 h 983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97146" h="9832754">
                  <a:moveTo>
                    <a:pt x="0" y="0"/>
                  </a:moveTo>
                  <a:lnTo>
                    <a:pt x="17801363" y="0"/>
                  </a:lnTo>
                  <a:cubicBezTo>
                    <a:pt x="19000131" y="0"/>
                    <a:pt x="19900139" y="1101845"/>
                    <a:pt x="19657399" y="2278392"/>
                  </a:cubicBezTo>
                  <a:lnTo>
                    <a:pt x="18107285" y="9832754"/>
                  </a:lnTo>
                  <a:lnTo>
                    <a:pt x="0" y="9832754"/>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baseline="0" dirty="0">
                <a:latin typeface="Arial" panose="020B0604020202020204" pitchFamily="34" charset="0"/>
              </a:endParaRPr>
            </a:p>
          </p:txBody>
        </p:sp>
        <p:sp>
          <p:nvSpPr>
            <p:cNvPr id="3" name="Vrije vorm 15">
              <a:extLst>
                <a:ext uri="{FF2B5EF4-FFF2-40B4-BE49-F238E27FC236}">
                  <a16:creationId xmlns:a16="http://schemas.microsoft.com/office/drawing/2014/main" id="{71A55A6D-E9D1-D609-4A8B-6EF21BCDACDA}"/>
                </a:ext>
              </a:extLst>
            </p:cNvPr>
            <p:cNvSpPr/>
            <p:nvPr userDrawn="1"/>
          </p:nvSpPr>
          <p:spPr>
            <a:xfrm>
              <a:off x="16646133" y="11018520"/>
              <a:ext cx="7736279" cy="2697480"/>
            </a:xfrm>
            <a:custGeom>
              <a:avLst/>
              <a:gdLst>
                <a:gd name="connsiteX0" fmla="*/ 553403 w 7736279"/>
                <a:gd name="connsiteY0" fmla="*/ 0 h 2697480"/>
                <a:gd name="connsiteX1" fmla="*/ 7736279 w 7736279"/>
                <a:gd name="connsiteY1" fmla="*/ 0 h 2697480"/>
                <a:gd name="connsiteX2" fmla="*/ 7736279 w 7736279"/>
                <a:gd name="connsiteY2" fmla="*/ 2697480 h 2697480"/>
                <a:gd name="connsiteX3" fmla="*/ 0 w 7736279"/>
                <a:gd name="connsiteY3" fmla="*/ 2697480 h 2697480"/>
              </a:gdLst>
              <a:ahLst/>
              <a:cxnLst>
                <a:cxn ang="0">
                  <a:pos x="connsiteX0" y="connsiteY0"/>
                </a:cxn>
                <a:cxn ang="0">
                  <a:pos x="connsiteX1" y="connsiteY1"/>
                </a:cxn>
                <a:cxn ang="0">
                  <a:pos x="connsiteX2" y="connsiteY2"/>
                </a:cxn>
                <a:cxn ang="0">
                  <a:pos x="connsiteX3" y="connsiteY3"/>
                </a:cxn>
              </a:cxnLst>
              <a:rect l="l" t="t" r="r" b="b"/>
              <a:pathLst>
                <a:path w="7736279" h="2697480">
                  <a:moveTo>
                    <a:pt x="553403" y="0"/>
                  </a:moveTo>
                  <a:lnTo>
                    <a:pt x="7736279" y="0"/>
                  </a:lnTo>
                  <a:lnTo>
                    <a:pt x="7736279" y="2697480"/>
                  </a:lnTo>
                  <a:lnTo>
                    <a:pt x="0" y="269748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grpSp>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21187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Agenda versie 1</a:t>
            </a:r>
          </a:p>
        </p:txBody>
      </p:sp>
      <p:sp>
        <p:nvSpPr>
          <p:cNvPr id="6" name="Titel 1">
            <a:extLst>
              <a:ext uri="{FF2B5EF4-FFF2-40B4-BE49-F238E27FC236}">
                <a16:creationId xmlns:a16="http://schemas.microsoft.com/office/drawing/2014/main" id="{A1861D27-CA8C-01BF-985C-03BFAB1BD551}"/>
              </a:ext>
            </a:extLst>
          </p:cNvPr>
          <p:cNvSpPr>
            <a:spLocks noGrp="1"/>
          </p:cNvSpPr>
          <p:nvPr>
            <p:ph type="ctrTitle" hasCustomPrompt="1"/>
          </p:nvPr>
        </p:nvSpPr>
        <p:spPr>
          <a:xfrm>
            <a:off x="703639" y="719138"/>
            <a:ext cx="10767635" cy="873125"/>
          </a:xfrm>
        </p:spPr>
        <p:txBody>
          <a:bodyPr anchor="t"/>
          <a:lstStyle>
            <a:lvl1pPr algn="l">
              <a:lnSpc>
                <a:spcPct val="80000"/>
              </a:lnSpc>
              <a:defRPr sz="8000" b="1" i="1">
                <a:solidFill>
                  <a:schemeClr val="bg1"/>
                </a:solidFill>
              </a:defRPr>
            </a:lvl1pPr>
          </a:lstStyle>
          <a:p>
            <a:r>
              <a:rPr lang="nl-NL" noProof="0" dirty="0"/>
              <a:t>TITEL BEWERKEN</a:t>
            </a:r>
          </a:p>
        </p:txBody>
      </p:sp>
      <p:sp>
        <p:nvSpPr>
          <p:cNvPr id="8" name="Tijdelijke aanduiding voor tekst 6">
            <a:extLst>
              <a:ext uri="{FF2B5EF4-FFF2-40B4-BE49-F238E27FC236}">
                <a16:creationId xmlns:a16="http://schemas.microsoft.com/office/drawing/2014/main" id="{10889139-A3D5-244B-AFD5-B3BF5CE73C0F}"/>
              </a:ext>
            </a:extLst>
          </p:cNvPr>
          <p:cNvSpPr>
            <a:spLocks noGrp="1"/>
          </p:cNvSpPr>
          <p:nvPr>
            <p:ph type="body" sz="quarter" idx="21" hasCustomPrompt="1"/>
          </p:nvPr>
        </p:nvSpPr>
        <p:spPr>
          <a:xfrm>
            <a:off x="719139" y="2491121"/>
            <a:ext cx="7262488" cy="3834423"/>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9" name="Tijdelijke aanduiding voor datum 3">
            <a:extLst>
              <a:ext uri="{FF2B5EF4-FFF2-40B4-BE49-F238E27FC236}">
                <a16:creationId xmlns:a16="http://schemas.microsoft.com/office/drawing/2014/main" id="{B83C81A5-BDA4-4548-ADAF-D7C6C7868C77}"/>
              </a:ext>
            </a:extLst>
          </p:cNvPr>
          <p:cNvSpPr>
            <a:spLocks noGrp="1"/>
          </p:cNvSpPr>
          <p:nvPr>
            <p:ph type="dt" sz="half" idx="2"/>
          </p:nvPr>
        </p:nvSpPr>
        <p:spPr>
          <a:xfrm>
            <a:off x="9330612" y="6207054"/>
            <a:ext cx="1179613" cy="365125"/>
          </a:xfrm>
          <a:prstGeom prst="rect">
            <a:avLst/>
          </a:prstGeom>
        </p:spPr>
        <p:txBody>
          <a:bodyPr vert="horz" lIns="91440" tIns="45720" rIns="91440" bIns="45720" rtlCol="0" anchor="ctr"/>
          <a:lstStyle>
            <a:lvl1pPr algn="l">
              <a:defRPr sz="1200" b="1">
                <a:solidFill>
                  <a:schemeClr val="tx1"/>
                </a:solidFill>
                <a:latin typeface="+mj-lt"/>
              </a:defRPr>
            </a:lvl1pPr>
          </a:lstStyle>
          <a:p>
            <a:endParaRPr lang="nl-NL" dirty="0"/>
          </a:p>
        </p:txBody>
      </p:sp>
      <p:sp>
        <p:nvSpPr>
          <p:cNvPr id="10" name="Tijdelijke aanduiding voor voettekst 4">
            <a:extLst>
              <a:ext uri="{FF2B5EF4-FFF2-40B4-BE49-F238E27FC236}">
                <a16:creationId xmlns:a16="http://schemas.microsoft.com/office/drawing/2014/main" id="{E352F0F2-5DD0-2BC6-3712-39711D763CDC}"/>
              </a:ext>
            </a:extLst>
          </p:cNvPr>
          <p:cNvSpPr>
            <a:spLocks noGrp="1"/>
          </p:cNvSpPr>
          <p:nvPr>
            <p:ph type="ftr" sz="quarter" idx="3"/>
          </p:nvPr>
        </p:nvSpPr>
        <p:spPr>
          <a:xfrm>
            <a:off x="719138" y="6207054"/>
            <a:ext cx="4114800" cy="365125"/>
          </a:xfrm>
          <a:prstGeom prst="rect">
            <a:avLst/>
          </a:prstGeom>
        </p:spPr>
        <p:txBody>
          <a:bodyPr vert="horz" lIns="91440" tIns="45720" rIns="91440" bIns="45720" rtlCol="0" anchor="ctr"/>
          <a:lstStyle>
            <a:lvl1pPr algn="l">
              <a:defRPr sz="1200" b="1">
                <a:solidFill>
                  <a:schemeClr val="tx1"/>
                </a:solidFill>
                <a:latin typeface="+mj-lt"/>
              </a:defRPr>
            </a:lvl1pPr>
          </a:lstStyle>
          <a:p>
            <a:endParaRPr lang="nl-NL" dirty="0"/>
          </a:p>
        </p:txBody>
      </p:sp>
      <p:sp>
        <p:nvSpPr>
          <p:cNvPr id="11" name="Tijdelijke aanduiding voor tekst 10">
            <a:extLst>
              <a:ext uri="{FF2B5EF4-FFF2-40B4-BE49-F238E27FC236}">
                <a16:creationId xmlns:a16="http://schemas.microsoft.com/office/drawing/2014/main" id="{96A36EF8-C36F-9E21-1A06-816507B99539}"/>
              </a:ext>
            </a:extLst>
          </p:cNvPr>
          <p:cNvSpPr>
            <a:spLocks noGrp="1"/>
          </p:cNvSpPr>
          <p:nvPr>
            <p:ph type="body" sz="quarter" idx="25"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2" name="Tijdelijke aanduiding voor tekst 11">
            <a:extLst>
              <a:ext uri="{FF2B5EF4-FFF2-40B4-BE49-F238E27FC236}">
                <a16:creationId xmlns:a16="http://schemas.microsoft.com/office/drawing/2014/main" id="{5FEDAC99-0DE4-232C-6C0C-D66C81ED4605}"/>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791420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 versie 2">
    <p:bg>
      <p:bgPr>
        <a:solidFill>
          <a:schemeClr val="bg1"/>
        </a:solidFill>
        <a:effectLst/>
      </p:bgPr>
    </p:bg>
    <p:spTree>
      <p:nvGrpSpPr>
        <p:cNvPr id="1" name=""/>
        <p:cNvGrpSpPr/>
        <p:nvPr/>
      </p:nvGrpSpPr>
      <p:grpSpPr>
        <a:xfrm>
          <a:off x="0" y="0"/>
          <a:ext cx="0" cy="0"/>
          <a:chOff x="0" y="0"/>
          <a:chExt cx="0" cy="0"/>
        </a:xfrm>
      </p:grpSpPr>
      <p:grpSp>
        <p:nvGrpSpPr>
          <p:cNvPr id="5" name="Groep 4">
            <a:extLst>
              <a:ext uri="{FF2B5EF4-FFF2-40B4-BE49-F238E27FC236}">
                <a16:creationId xmlns:a16="http://schemas.microsoft.com/office/drawing/2014/main" id="{C1E0D01A-45B2-1F55-7ACA-B5EC198F7881}"/>
              </a:ext>
            </a:extLst>
          </p:cNvPr>
          <p:cNvGrpSpPr/>
          <p:nvPr userDrawn="1"/>
        </p:nvGrpSpPr>
        <p:grpSpPr>
          <a:xfrm>
            <a:off x="1" y="1941303"/>
            <a:ext cx="12191999" cy="4916697"/>
            <a:chOff x="1" y="3883246"/>
            <a:chExt cx="24382411" cy="9832754"/>
          </a:xfrm>
        </p:grpSpPr>
        <p:sp>
          <p:nvSpPr>
            <p:cNvPr id="2" name="Vrije vorm 13">
              <a:extLst>
                <a:ext uri="{FF2B5EF4-FFF2-40B4-BE49-F238E27FC236}">
                  <a16:creationId xmlns:a16="http://schemas.microsoft.com/office/drawing/2014/main" id="{E9EDF096-464A-E59E-8015-F087EA36E6F6}"/>
                </a:ext>
              </a:extLst>
            </p:cNvPr>
            <p:cNvSpPr/>
            <p:nvPr userDrawn="1"/>
          </p:nvSpPr>
          <p:spPr>
            <a:xfrm>
              <a:off x="1" y="3883246"/>
              <a:ext cx="19697146" cy="9832754"/>
            </a:xfrm>
            <a:custGeom>
              <a:avLst/>
              <a:gdLst>
                <a:gd name="connsiteX0" fmla="*/ 0 w 19697146"/>
                <a:gd name="connsiteY0" fmla="*/ 0 h 9832754"/>
                <a:gd name="connsiteX1" fmla="*/ 17801363 w 19697146"/>
                <a:gd name="connsiteY1" fmla="*/ 0 h 9832754"/>
                <a:gd name="connsiteX2" fmla="*/ 19657399 w 19697146"/>
                <a:gd name="connsiteY2" fmla="*/ 2278392 h 9832754"/>
                <a:gd name="connsiteX3" fmla="*/ 18107285 w 19697146"/>
                <a:gd name="connsiteY3" fmla="*/ 9832754 h 9832754"/>
                <a:gd name="connsiteX4" fmla="*/ 0 w 19697146"/>
                <a:gd name="connsiteY4" fmla="*/ 9832754 h 983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97146" h="9832754">
                  <a:moveTo>
                    <a:pt x="0" y="0"/>
                  </a:moveTo>
                  <a:lnTo>
                    <a:pt x="17801363" y="0"/>
                  </a:lnTo>
                  <a:cubicBezTo>
                    <a:pt x="19000131" y="0"/>
                    <a:pt x="19900139" y="1101845"/>
                    <a:pt x="19657399" y="2278392"/>
                  </a:cubicBezTo>
                  <a:lnTo>
                    <a:pt x="18107285" y="9832754"/>
                  </a:lnTo>
                  <a:lnTo>
                    <a:pt x="0" y="9832754"/>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baseline="0" dirty="0">
                <a:latin typeface="Arial" panose="020B0604020202020204" pitchFamily="34" charset="0"/>
              </a:endParaRPr>
            </a:p>
          </p:txBody>
        </p:sp>
        <p:sp>
          <p:nvSpPr>
            <p:cNvPr id="3" name="Vrije vorm 15">
              <a:extLst>
                <a:ext uri="{FF2B5EF4-FFF2-40B4-BE49-F238E27FC236}">
                  <a16:creationId xmlns:a16="http://schemas.microsoft.com/office/drawing/2014/main" id="{71A55A6D-E9D1-D609-4A8B-6EF21BCDACDA}"/>
                </a:ext>
              </a:extLst>
            </p:cNvPr>
            <p:cNvSpPr/>
            <p:nvPr userDrawn="1"/>
          </p:nvSpPr>
          <p:spPr>
            <a:xfrm>
              <a:off x="16646133" y="11018520"/>
              <a:ext cx="7736279" cy="2697480"/>
            </a:xfrm>
            <a:custGeom>
              <a:avLst/>
              <a:gdLst>
                <a:gd name="connsiteX0" fmla="*/ 553403 w 7736279"/>
                <a:gd name="connsiteY0" fmla="*/ 0 h 2697480"/>
                <a:gd name="connsiteX1" fmla="*/ 7736279 w 7736279"/>
                <a:gd name="connsiteY1" fmla="*/ 0 h 2697480"/>
                <a:gd name="connsiteX2" fmla="*/ 7736279 w 7736279"/>
                <a:gd name="connsiteY2" fmla="*/ 2697480 h 2697480"/>
                <a:gd name="connsiteX3" fmla="*/ 0 w 7736279"/>
                <a:gd name="connsiteY3" fmla="*/ 2697480 h 2697480"/>
              </a:gdLst>
              <a:ahLst/>
              <a:cxnLst>
                <a:cxn ang="0">
                  <a:pos x="connsiteX0" y="connsiteY0"/>
                </a:cxn>
                <a:cxn ang="0">
                  <a:pos x="connsiteX1" y="connsiteY1"/>
                </a:cxn>
                <a:cxn ang="0">
                  <a:pos x="connsiteX2" y="connsiteY2"/>
                </a:cxn>
                <a:cxn ang="0">
                  <a:pos x="connsiteX3" y="connsiteY3"/>
                </a:cxn>
              </a:cxnLst>
              <a:rect l="l" t="t" r="r" b="b"/>
              <a:pathLst>
                <a:path w="7736279" h="2697480">
                  <a:moveTo>
                    <a:pt x="553403" y="0"/>
                  </a:moveTo>
                  <a:lnTo>
                    <a:pt x="7736279" y="0"/>
                  </a:lnTo>
                  <a:lnTo>
                    <a:pt x="7736279" y="2697480"/>
                  </a:lnTo>
                  <a:lnTo>
                    <a:pt x="0" y="269748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grpSp>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21187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Agenda versie 2</a:t>
            </a:r>
          </a:p>
        </p:txBody>
      </p:sp>
      <p:sp>
        <p:nvSpPr>
          <p:cNvPr id="6" name="Titel 1">
            <a:extLst>
              <a:ext uri="{FF2B5EF4-FFF2-40B4-BE49-F238E27FC236}">
                <a16:creationId xmlns:a16="http://schemas.microsoft.com/office/drawing/2014/main" id="{A1861D27-CA8C-01BF-985C-03BFAB1BD551}"/>
              </a:ext>
            </a:extLst>
          </p:cNvPr>
          <p:cNvSpPr>
            <a:spLocks noGrp="1"/>
          </p:cNvSpPr>
          <p:nvPr>
            <p:ph type="ctrTitle" hasCustomPrompt="1"/>
          </p:nvPr>
        </p:nvSpPr>
        <p:spPr>
          <a:xfrm>
            <a:off x="703639" y="719138"/>
            <a:ext cx="10767635" cy="873125"/>
          </a:xfrm>
        </p:spPr>
        <p:txBody>
          <a:bodyPr anchor="t"/>
          <a:lstStyle>
            <a:lvl1pPr algn="l">
              <a:lnSpc>
                <a:spcPct val="80000"/>
              </a:lnSpc>
              <a:defRPr sz="8000" b="1" i="1">
                <a:solidFill>
                  <a:schemeClr val="tx1"/>
                </a:solidFill>
              </a:defRPr>
            </a:lvl1pPr>
          </a:lstStyle>
          <a:p>
            <a:r>
              <a:rPr lang="nl-NL" noProof="0" dirty="0"/>
              <a:t>TITEL BEWERKEN</a:t>
            </a:r>
          </a:p>
        </p:txBody>
      </p:sp>
      <p:sp>
        <p:nvSpPr>
          <p:cNvPr id="8" name="Tijdelijke aanduiding voor tekst 6">
            <a:extLst>
              <a:ext uri="{FF2B5EF4-FFF2-40B4-BE49-F238E27FC236}">
                <a16:creationId xmlns:a16="http://schemas.microsoft.com/office/drawing/2014/main" id="{10889139-A3D5-244B-AFD5-B3BF5CE73C0F}"/>
              </a:ext>
            </a:extLst>
          </p:cNvPr>
          <p:cNvSpPr>
            <a:spLocks noGrp="1"/>
          </p:cNvSpPr>
          <p:nvPr>
            <p:ph type="body" sz="quarter" idx="21" hasCustomPrompt="1"/>
          </p:nvPr>
        </p:nvSpPr>
        <p:spPr>
          <a:xfrm>
            <a:off x="719139" y="2491121"/>
            <a:ext cx="7262488" cy="3834423"/>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9" name="Tijdelijke aanduiding voor datum 3">
            <a:extLst>
              <a:ext uri="{FF2B5EF4-FFF2-40B4-BE49-F238E27FC236}">
                <a16:creationId xmlns:a16="http://schemas.microsoft.com/office/drawing/2014/main" id="{50E0AE54-4778-4154-77F2-D48B06FC65E4}"/>
              </a:ext>
            </a:extLst>
          </p:cNvPr>
          <p:cNvSpPr>
            <a:spLocks noGrp="1"/>
          </p:cNvSpPr>
          <p:nvPr>
            <p:ph type="dt" sz="half" idx="2"/>
          </p:nvPr>
        </p:nvSpPr>
        <p:spPr>
          <a:xfrm>
            <a:off x="9330612" y="6207054"/>
            <a:ext cx="1179613" cy="365125"/>
          </a:xfrm>
          <a:prstGeom prst="rect">
            <a:avLst/>
          </a:prstGeom>
        </p:spPr>
        <p:txBody>
          <a:bodyPr vert="horz" lIns="91440" tIns="45720" rIns="91440" bIns="45720" rtlCol="0" anchor="ctr"/>
          <a:lstStyle>
            <a:lvl1pPr algn="l">
              <a:defRPr sz="1200" b="1">
                <a:solidFill>
                  <a:schemeClr val="bg1"/>
                </a:solidFill>
                <a:latin typeface="+mj-lt"/>
              </a:defRPr>
            </a:lvl1pPr>
          </a:lstStyle>
          <a:p>
            <a:endParaRPr lang="nl-NL" dirty="0"/>
          </a:p>
        </p:txBody>
      </p:sp>
      <p:sp>
        <p:nvSpPr>
          <p:cNvPr id="10" name="Tijdelijke aanduiding voor voettekst 4">
            <a:extLst>
              <a:ext uri="{FF2B5EF4-FFF2-40B4-BE49-F238E27FC236}">
                <a16:creationId xmlns:a16="http://schemas.microsoft.com/office/drawing/2014/main" id="{A9CD69F7-D1D6-E84B-CF9F-650F071B3076}"/>
              </a:ext>
            </a:extLst>
          </p:cNvPr>
          <p:cNvSpPr>
            <a:spLocks noGrp="1"/>
          </p:cNvSpPr>
          <p:nvPr>
            <p:ph type="ftr" sz="quarter" idx="3"/>
          </p:nvPr>
        </p:nvSpPr>
        <p:spPr>
          <a:xfrm>
            <a:off x="719138" y="6207054"/>
            <a:ext cx="4114800" cy="365125"/>
          </a:xfrm>
          <a:prstGeom prst="rect">
            <a:avLst/>
          </a:prstGeom>
        </p:spPr>
        <p:txBody>
          <a:bodyPr vert="horz" lIns="91440" tIns="45720" rIns="91440" bIns="45720" rtlCol="0" anchor="ctr"/>
          <a:lstStyle>
            <a:lvl1pPr algn="l">
              <a:defRPr sz="1200" b="1">
                <a:solidFill>
                  <a:schemeClr val="bg1"/>
                </a:solidFill>
                <a:latin typeface="+mj-lt"/>
              </a:defRPr>
            </a:lvl1pPr>
          </a:lstStyle>
          <a:p>
            <a:endParaRPr lang="nl-NL" dirty="0"/>
          </a:p>
        </p:txBody>
      </p:sp>
      <p:sp>
        <p:nvSpPr>
          <p:cNvPr id="11" name="Tijdelijke aanduiding voor tekst 10">
            <a:extLst>
              <a:ext uri="{FF2B5EF4-FFF2-40B4-BE49-F238E27FC236}">
                <a16:creationId xmlns:a16="http://schemas.microsoft.com/office/drawing/2014/main" id="{FB29237E-5964-0288-4850-A5562F6C9E2B}"/>
              </a:ext>
            </a:extLst>
          </p:cNvPr>
          <p:cNvSpPr>
            <a:spLocks noGrp="1"/>
          </p:cNvSpPr>
          <p:nvPr>
            <p:ph type="body" sz="quarter" idx="25"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2" name="Tijdelijke aanduiding voor tekst 11">
            <a:extLst>
              <a:ext uri="{FF2B5EF4-FFF2-40B4-BE49-F238E27FC236}">
                <a16:creationId xmlns:a16="http://schemas.microsoft.com/office/drawing/2014/main" id="{CC54598B-4A28-ADD4-AAEB-27ECBDB3ACFB}"/>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398815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versie 3">
    <p:bg>
      <p:bgPr>
        <a:solidFill>
          <a:schemeClr val="accent6"/>
        </a:solidFill>
        <a:effectLst/>
      </p:bgPr>
    </p:bg>
    <p:spTree>
      <p:nvGrpSpPr>
        <p:cNvPr id="1" name=""/>
        <p:cNvGrpSpPr/>
        <p:nvPr/>
      </p:nvGrpSpPr>
      <p:grpSpPr>
        <a:xfrm>
          <a:off x="0" y="0"/>
          <a:ext cx="0" cy="0"/>
          <a:chOff x="0" y="0"/>
          <a:chExt cx="0" cy="0"/>
        </a:xfrm>
      </p:grpSpPr>
      <p:grpSp>
        <p:nvGrpSpPr>
          <p:cNvPr id="5" name="Groep 4">
            <a:extLst>
              <a:ext uri="{FF2B5EF4-FFF2-40B4-BE49-F238E27FC236}">
                <a16:creationId xmlns:a16="http://schemas.microsoft.com/office/drawing/2014/main" id="{C1E0D01A-45B2-1F55-7ACA-B5EC198F7881}"/>
              </a:ext>
            </a:extLst>
          </p:cNvPr>
          <p:cNvGrpSpPr/>
          <p:nvPr userDrawn="1"/>
        </p:nvGrpSpPr>
        <p:grpSpPr>
          <a:xfrm>
            <a:off x="1" y="1941303"/>
            <a:ext cx="12191999" cy="4916697"/>
            <a:chOff x="1" y="3883246"/>
            <a:chExt cx="24382411" cy="9832754"/>
          </a:xfrm>
          <a:solidFill>
            <a:schemeClr val="bg1"/>
          </a:solidFill>
        </p:grpSpPr>
        <p:sp>
          <p:nvSpPr>
            <p:cNvPr id="2" name="Vrije vorm 13">
              <a:extLst>
                <a:ext uri="{FF2B5EF4-FFF2-40B4-BE49-F238E27FC236}">
                  <a16:creationId xmlns:a16="http://schemas.microsoft.com/office/drawing/2014/main" id="{E9EDF096-464A-E59E-8015-F087EA36E6F6}"/>
                </a:ext>
              </a:extLst>
            </p:cNvPr>
            <p:cNvSpPr/>
            <p:nvPr userDrawn="1"/>
          </p:nvSpPr>
          <p:spPr>
            <a:xfrm>
              <a:off x="1" y="3883246"/>
              <a:ext cx="19697146" cy="9832754"/>
            </a:xfrm>
            <a:custGeom>
              <a:avLst/>
              <a:gdLst>
                <a:gd name="connsiteX0" fmla="*/ 0 w 19697146"/>
                <a:gd name="connsiteY0" fmla="*/ 0 h 9832754"/>
                <a:gd name="connsiteX1" fmla="*/ 17801363 w 19697146"/>
                <a:gd name="connsiteY1" fmla="*/ 0 h 9832754"/>
                <a:gd name="connsiteX2" fmla="*/ 19657399 w 19697146"/>
                <a:gd name="connsiteY2" fmla="*/ 2278392 h 9832754"/>
                <a:gd name="connsiteX3" fmla="*/ 18107285 w 19697146"/>
                <a:gd name="connsiteY3" fmla="*/ 9832754 h 9832754"/>
                <a:gd name="connsiteX4" fmla="*/ 0 w 19697146"/>
                <a:gd name="connsiteY4" fmla="*/ 9832754 h 983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97146" h="9832754">
                  <a:moveTo>
                    <a:pt x="0" y="0"/>
                  </a:moveTo>
                  <a:lnTo>
                    <a:pt x="17801363" y="0"/>
                  </a:lnTo>
                  <a:cubicBezTo>
                    <a:pt x="19000131" y="0"/>
                    <a:pt x="19900139" y="1101845"/>
                    <a:pt x="19657399" y="2278392"/>
                  </a:cubicBezTo>
                  <a:lnTo>
                    <a:pt x="18107285" y="9832754"/>
                  </a:lnTo>
                  <a:lnTo>
                    <a:pt x="0" y="9832754"/>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baseline="0" dirty="0">
                <a:latin typeface="Arial" panose="020B0604020202020204" pitchFamily="34" charset="0"/>
              </a:endParaRPr>
            </a:p>
          </p:txBody>
        </p:sp>
        <p:sp>
          <p:nvSpPr>
            <p:cNvPr id="3" name="Vrije vorm 15">
              <a:extLst>
                <a:ext uri="{FF2B5EF4-FFF2-40B4-BE49-F238E27FC236}">
                  <a16:creationId xmlns:a16="http://schemas.microsoft.com/office/drawing/2014/main" id="{71A55A6D-E9D1-D609-4A8B-6EF21BCDACDA}"/>
                </a:ext>
              </a:extLst>
            </p:cNvPr>
            <p:cNvSpPr/>
            <p:nvPr userDrawn="1"/>
          </p:nvSpPr>
          <p:spPr>
            <a:xfrm>
              <a:off x="16646133" y="11018520"/>
              <a:ext cx="7736279" cy="2697480"/>
            </a:xfrm>
            <a:custGeom>
              <a:avLst/>
              <a:gdLst>
                <a:gd name="connsiteX0" fmla="*/ 553403 w 7736279"/>
                <a:gd name="connsiteY0" fmla="*/ 0 h 2697480"/>
                <a:gd name="connsiteX1" fmla="*/ 7736279 w 7736279"/>
                <a:gd name="connsiteY1" fmla="*/ 0 h 2697480"/>
                <a:gd name="connsiteX2" fmla="*/ 7736279 w 7736279"/>
                <a:gd name="connsiteY2" fmla="*/ 2697480 h 2697480"/>
                <a:gd name="connsiteX3" fmla="*/ 0 w 7736279"/>
                <a:gd name="connsiteY3" fmla="*/ 2697480 h 2697480"/>
              </a:gdLst>
              <a:ahLst/>
              <a:cxnLst>
                <a:cxn ang="0">
                  <a:pos x="connsiteX0" y="connsiteY0"/>
                </a:cxn>
                <a:cxn ang="0">
                  <a:pos x="connsiteX1" y="connsiteY1"/>
                </a:cxn>
                <a:cxn ang="0">
                  <a:pos x="connsiteX2" y="connsiteY2"/>
                </a:cxn>
                <a:cxn ang="0">
                  <a:pos x="connsiteX3" y="connsiteY3"/>
                </a:cxn>
              </a:cxnLst>
              <a:rect l="l" t="t" r="r" b="b"/>
              <a:pathLst>
                <a:path w="7736279" h="2697480">
                  <a:moveTo>
                    <a:pt x="553403" y="0"/>
                  </a:moveTo>
                  <a:lnTo>
                    <a:pt x="7736279" y="0"/>
                  </a:lnTo>
                  <a:lnTo>
                    <a:pt x="7736279" y="2697480"/>
                  </a:lnTo>
                  <a:lnTo>
                    <a:pt x="0" y="269748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grpSp>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21187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Agenda versie 3</a:t>
            </a:r>
          </a:p>
        </p:txBody>
      </p:sp>
      <p:sp>
        <p:nvSpPr>
          <p:cNvPr id="6" name="Titel 1">
            <a:extLst>
              <a:ext uri="{FF2B5EF4-FFF2-40B4-BE49-F238E27FC236}">
                <a16:creationId xmlns:a16="http://schemas.microsoft.com/office/drawing/2014/main" id="{A1861D27-CA8C-01BF-985C-03BFAB1BD551}"/>
              </a:ext>
            </a:extLst>
          </p:cNvPr>
          <p:cNvSpPr>
            <a:spLocks noGrp="1"/>
          </p:cNvSpPr>
          <p:nvPr>
            <p:ph type="ctrTitle" hasCustomPrompt="1"/>
          </p:nvPr>
        </p:nvSpPr>
        <p:spPr>
          <a:xfrm>
            <a:off x="703639" y="719138"/>
            <a:ext cx="10767635" cy="873125"/>
          </a:xfrm>
        </p:spPr>
        <p:txBody>
          <a:bodyPr anchor="t"/>
          <a:lstStyle>
            <a:lvl1pPr algn="l">
              <a:lnSpc>
                <a:spcPct val="80000"/>
              </a:lnSpc>
              <a:defRPr sz="8000" b="1" i="1">
                <a:solidFill>
                  <a:schemeClr val="bg1"/>
                </a:solidFill>
              </a:defRPr>
            </a:lvl1pPr>
          </a:lstStyle>
          <a:p>
            <a:r>
              <a:rPr lang="nl-NL" noProof="0" dirty="0"/>
              <a:t>TITEL BEWERKEN</a:t>
            </a:r>
          </a:p>
        </p:txBody>
      </p:sp>
      <p:sp>
        <p:nvSpPr>
          <p:cNvPr id="8" name="Tijdelijke aanduiding voor tekst 6">
            <a:extLst>
              <a:ext uri="{FF2B5EF4-FFF2-40B4-BE49-F238E27FC236}">
                <a16:creationId xmlns:a16="http://schemas.microsoft.com/office/drawing/2014/main" id="{10889139-A3D5-244B-AFD5-B3BF5CE73C0F}"/>
              </a:ext>
            </a:extLst>
          </p:cNvPr>
          <p:cNvSpPr>
            <a:spLocks noGrp="1"/>
          </p:cNvSpPr>
          <p:nvPr>
            <p:ph type="body" sz="quarter" idx="21" hasCustomPrompt="1"/>
          </p:nvPr>
        </p:nvSpPr>
        <p:spPr>
          <a:xfrm>
            <a:off x="719139" y="2491121"/>
            <a:ext cx="7262488" cy="3834423"/>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9" name="Tijdelijke aanduiding voor datum 3">
            <a:extLst>
              <a:ext uri="{FF2B5EF4-FFF2-40B4-BE49-F238E27FC236}">
                <a16:creationId xmlns:a16="http://schemas.microsoft.com/office/drawing/2014/main" id="{604B071F-019A-05E0-D80F-E13A9CFB8F26}"/>
              </a:ext>
            </a:extLst>
          </p:cNvPr>
          <p:cNvSpPr>
            <a:spLocks noGrp="1"/>
          </p:cNvSpPr>
          <p:nvPr>
            <p:ph type="dt" sz="half" idx="2"/>
          </p:nvPr>
        </p:nvSpPr>
        <p:spPr>
          <a:xfrm>
            <a:off x="9330612" y="6207054"/>
            <a:ext cx="1179613" cy="365125"/>
          </a:xfrm>
          <a:prstGeom prst="rect">
            <a:avLst/>
          </a:prstGeom>
        </p:spPr>
        <p:txBody>
          <a:bodyPr vert="horz" lIns="91440" tIns="45720" rIns="91440" bIns="45720" rtlCol="0" anchor="ctr"/>
          <a:lstStyle>
            <a:lvl1pPr algn="l">
              <a:defRPr sz="1200" b="1">
                <a:solidFill>
                  <a:schemeClr val="bg1"/>
                </a:solidFill>
                <a:latin typeface="+mj-lt"/>
              </a:defRPr>
            </a:lvl1pPr>
          </a:lstStyle>
          <a:p>
            <a:endParaRPr lang="nl-NL" dirty="0"/>
          </a:p>
        </p:txBody>
      </p:sp>
      <p:sp>
        <p:nvSpPr>
          <p:cNvPr id="10" name="Tijdelijke aanduiding voor voettekst 4">
            <a:extLst>
              <a:ext uri="{FF2B5EF4-FFF2-40B4-BE49-F238E27FC236}">
                <a16:creationId xmlns:a16="http://schemas.microsoft.com/office/drawing/2014/main" id="{8CB8F325-C46C-A445-4E4D-69C02D3B0E46}"/>
              </a:ext>
            </a:extLst>
          </p:cNvPr>
          <p:cNvSpPr>
            <a:spLocks noGrp="1"/>
          </p:cNvSpPr>
          <p:nvPr>
            <p:ph type="ftr" sz="quarter" idx="3"/>
          </p:nvPr>
        </p:nvSpPr>
        <p:spPr>
          <a:xfrm>
            <a:off x="719138" y="6207054"/>
            <a:ext cx="4114800" cy="365125"/>
          </a:xfrm>
          <a:prstGeom prst="rect">
            <a:avLst/>
          </a:prstGeom>
        </p:spPr>
        <p:txBody>
          <a:bodyPr vert="horz" lIns="91440" tIns="45720" rIns="91440" bIns="45720" rtlCol="0" anchor="ctr"/>
          <a:lstStyle>
            <a:lvl1pPr algn="l">
              <a:defRPr sz="1200" b="1">
                <a:solidFill>
                  <a:schemeClr val="tx1"/>
                </a:solidFill>
                <a:latin typeface="+mj-lt"/>
              </a:defRPr>
            </a:lvl1pPr>
          </a:lstStyle>
          <a:p>
            <a:endParaRPr lang="nl-NL" dirty="0"/>
          </a:p>
        </p:txBody>
      </p:sp>
      <p:sp>
        <p:nvSpPr>
          <p:cNvPr id="11" name="Tijdelijke aanduiding voor tekst 10">
            <a:extLst>
              <a:ext uri="{FF2B5EF4-FFF2-40B4-BE49-F238E27FC236}">
                <a16:creationId xmlns:a16="http://schemas.microsoft.com/office/drawing/2014/main" id="{4D2D4828-9D3A-3415-189D-EF34EEAB6681}"/>
              </a:ext>
            </a:extLst>
          </p:cNvPr>
          <p:cNvSpPr>
            <a:spLocks noGrp="1"/>
          </p:cNvSpPr>
          <p:nvPr>
            <p:ph type="body" sz="quarter" idx="25"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2" name="Tijdelijke aanduiding voor tekst 11">
            <a:extLst>
              <a:ext uri="{FF2B5EF4-FFF2-40B4-BE49-F238E27FC236}">
                <a16:creationId xmlns:a16="http://schemas.microsoft.com/office/drawing/2014/main" id="{04A5E4EE-DC60-D1FA-0B24-12221A0FD2FD}"/>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041918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versie 4">
    <p:bg>
      <p:bgPr>
        <a:solidFill>
          <a:schemeClr val="accent4"/>
        </a:solidFill>
        <a:effectLst/>
      </p:bgPr>
    </p:bg>
    <p:spTree>
      <p:nvGrpSpPr>
        <p:cNvPr id="1" name=""/>
        <p:cNvGrpSpPr/>
        <p:nvPr/>
      </p:nvGrpSpPr>
      <p:grpSpPr>
        <a:xfrm>
          <a:off x="0" y="0"/>
          <a:ext cx="0" cy="0"/>
          <a:chOff x="0" y="0"/>
          <a:chExt cx="0" cy="0"/>
        </a:xfrm>
      </p:grpSpPr>
      <p:grpSp>
        <p:nvGrpSpPr>
          <p:cNvPr id="5" name="Groep 4">
            <a:extLst>
              <a:ext uri="{FF2B5EF4-FFF2-40B4-BE49-F238E27FC236}">
                <a16:creationId xmlns:a16="http://schemas.microsoft.com/office/drawing/2014/main" id="{C1E0D01A-45B2-1F55-7ACA-B5EC198F7881}"/>
              </a:ext>
            </a:extLst>
          </p:cNvPr>
          <p:cNvGrpSpPr/>
          <p:nvPr userDrawn="1"/>
        </p:nvGrpSpPr>
        <p:grpSpPr>
          <a:xfrm>
            <a:off x="1" y="1941303"/>
            <a:ext cx="12191999" cy="4916697"/>
            <a:chOff x="1" y="3883246"/>
            <a:chExt cx="24382411" cy="9832754"/>
          </a:xfrm>
          <a:solidFill>
            <a:schemeClr val="bg1"/>
          </a:solidFill>
        </p:grpSpPr>
        <p:sp>
          <p:nvSpPr>
            <p:cNvPr id="2" name="Vrije vorm 13">
              <a:extLst>
                <a:ext uri="{FF2B5EF4-FFF2-40B4-BE49-F238E27FC236}">
                  <a16:creationId xmlns:a16="http://schemas.microsoft.com/office/drawing/2014/main" id="{E9EDF096-464A-E59E-8015-F087EA36E6F6}"/>
                </a:ext>
              </a:extLst>
            </p:cNvPr>
            <p:cNvSpPr/>
            <p:nvPr userDrawn="1"/>
          </p:nvSpPr>
          <p:spPr>
            <a:xfrm>
              <a:off x="1" y="3883246"/>
              <a:ext cx="19697146" cy="9832754"/>
            </a:xfrm>
            <a:custGeom>
              <a:avLst/>
              <a:gdLst>
                <a:gd name="connsiteX0" fmla="*/ 0 w 19697146"/>
                <a:gd name="connsiteY0" fmla="*/ 0 h 9832754"/>
                <a:gd name="connsiteX1" fmla="*/ 17801363 w 19697146"/>
                <a:gd name="connsiteY1" fmla="*/ 0 h 9832754"/>
                <a:gd name="connsiteX2" fmla="*/ 19657399 w 19697146"/>
                <a:gd name="connsiteY2" fmla="*/ 2278392 h 9832754"/>
                <a:gd name="connsiteX3" fmla="*/ 18107285 w 19697146"/>
                <a:gd name="connsiteY3" fmla="*/ 9832754 h 9832754"/>
                <a:gd name="connsiteX4" fmla="*/ 0 w 19697146"/>
                <a:gd name="connsiteY4" fmla="*/ 9832754 h 983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97146" h="9832754">
                  <a:moveTo>
                    <a:pt x="0" y="0"/>
                  </a:moveTo>
                  <a:lnTo>
                    <a:pt x="17801363" y="0"/>
                  </a:lnTo>
                  <a:cubicBezTo>
                    <a:pt x="19000131" y="0"/>
                    <a:pt x="19900139" y="1101845"/>
                    <a:pt x="19657399" y="2278392"/>
                  </a:cubicBezTo>
                  <a:lnTo>
                    <a:pt x="18107285" y="9832754"/>
                  </a:lnTo>
                  <a:lnTo>
                    <a:pt x="0" y="9832754"/>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baseline="0" dirty="0">
                <a:latin typeface="Arial" panose="020B0604020202020204" pitchFamily="34" charset="0"/>
              </a:endParaRPr>
            </a:p>
          </p:txBody>
        </p:sp>
        <p:sp>
          <p:nvSpPr>
            <p:cNvPr id="3" name="Vrije vorm 15">
              <a:extLst>
                <a:ext uri="{FF2B5EF4-FFF2-40B4-BE49-F238E27FC236}">
                  <a16:creationId xmlns:a16="http://schemas.microsoft.com/office/drawing/2014/main" id="{71A55A6D-E9D1-D609-4A8B-6EF21BCDACDA}"/>
                </a:ext>
              </a:extLst>
            </p:cNvPr>
            <p:cNvSpPr/>
            <p:nvPr userDrawn="1"/>
          </p:nvSpPr>
          <p:spPr>
            <a:xfrm>
              <a:off x="16646133" y="11018520"/>
              <a:ext cx="7736279" cy="2697480"/>
            </a:xfrm>
            <a:custGeom>
              <a:avLst/>
              <a:gdLst>
                <a:gd name="connsiteX0" fmla="*/ 553403 w 7736279"/>
                <a:gd name="connsiteY0" fmla="*/ 0 h 2697480"/>
                <a:gd name="connsiteX1" fmla="*/ 7736279 w 7736279"/>
                <a:gd name="connsiteY1" fmla="*/ 0 h 2697480"/>
                <a:gd name="connsiteX2" fmla="*/ 7736279 w 7736279"/>
                <a:gd name="connsiteY2" fmla="*/ 2697480 h 2697480"/>
                <a:gd name="connsiteX3" fmla="*/ 0 w 7736279"/>
                <a:gd name="connsiteY3" fmla="*/ 2697480 h 2697480"/>
              </a:gdLst>
              <a:ahLst/>
              <a:cxnLst>
                <a:cxn ang="0">
                  <a:pos x="connsiteX0" y="connsiteY0"/>
                </a:cxn>
                <a:cxn ang="0">
                  <a:pos x="connsiteX1" y="connsiteY1"/>
                </a:cxn>
                <a:cxn ang="0">
                  <a:pos x="connsiteX2" y="connsiteY2"/>
                </a:cxn>
                <a:cxn ang="0">
                  <a:pos x="connsiteX3" y="connsiteY3"/>
                </a:cxn>
              </a:cxnLst>
              <a:rect l="l" t="t" r="r" b="b"/>
              <a:pathLst>
                <a:path w="7736279" h="2697480">
                  <a:moveTo>
                    <a:pt x="553403" y="0"/>
                  </a:moveTo>
                  <a:lnTo>
                    <a:pt x="7736279" y="0"/>
                  </a:lnTo>
                  <a:lnTo>
                    <a:pt x="7736279" y="2697480"/>
                  </a:lnTo>
                  <a:lnTo>
                    <a:pt x="0" y="269748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grpSp>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21187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Agenda versie 4</a:t>
            </a:r>
          </a:p>
        </p:txBody>
      </p:sp>
      <p:sp>
        <p:nvSpPr>
          <p:cNvPr id="6" name="Titel 1">
            <a:extLst>
              <a:ext uri="{FF2B5EF4-FFF2-40B4-BE49-F238E27FC236}">
                <a16:creationId xmlns:a16="http://schemas.microsoft.com/office/drawing/2014/main" id="{A1861D27-CA8C-01BF-985C-03BFAB1BD551}"/>
              </a:ext>
            </a:extLst>
          </p:cNvPr>
          <p:cNvSpPr>
            <a:spLocks noGrp="1"/>
          </p:cNvSpPr>
          <p:nvPr>
            <p:ph type="ctrTitle" hasCustomPrompt="1"/>
          </p:nvPr>
        </p:nvSpPr>
        <p:spPr>
          <a:xfrm>
            <a:off x="703639" y="719138"/>
            <a:ext cx="10767635" cy="873125"/>
          </a:xfrm>
        </p:spPr>
        <p:txBody>
          <a:bodyPr anchor="t"/>
          <a:lstStyle>
            <a:lvl1pPr algn="l">
              <a:lnSpc>
                <a:spcPct val="80000"/>
              </a:lnSpc>
              <a:defRPr sz="8000" b="1" i="1">
                <a:solidFill>
                  <a:schemeClr val="tx1"/>
                </a:solidFill>
              </a:defRPr>
            </a:lvl1pPr>
          </a:lstStyle>
          <a:p>
            <a:r>
              <a:rPr lang="nl-NL" noProof="0" dirty="0"/>
              <a:t>TITEL BEWERKEN</a:t>
            </a:r>
          </a:p>
        </p:txBody>
      </p:sp>
      <p:sp>
        <p:nvSpPr>
          <p:cNvPr id="8" name="Tijdelijke aanduiding voor tekst 6">
            <a:extLst>
              <a:ext uri="{FF2B5EF4-FFF2-40B4-BE49-F238E27FC236}">
                <a16:creationId xmlns:a16="http://schemas.microsoft.com/office/drawing/2014/main" id="{10889139-A3D5-244B-AFD5-B3BF5CE73C0F}"/>
              </a:ext>
            </a:extLst>
          </p:cNvPr>
          <p:cNvSpPr>
            <a:spLocks noGrp="1"/>
          </p:cNvSpPr>
          <p:nvPr>
            <p:ph type="body" sz="quarter" idx="21" hasCustomPrompt="1"/>
          </p:nvPr>
        </p:nvSpPr>
        <p:spPr>
          <a:xfrm>
            <a:off x="719139" y="2491121"/>
            <a:ext cx="7262488" cy="3834423"/>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9" name="Tijdelijke aanduiding voor datum 3">
            <a:extLst>
              <a:ext uri="{FF2B5EF4-FFF2-40B4-BE49-F238E27FC236}">
                <a16:creationId xmlns:a16="http://schemas.microsoft.com/office/drawing/2014/main" id="{DBB757E6-8231-C39D-4056-AD1C831FAA1B}"/>
              </a:ext>
            </a:extLst>
          </p:cNvPr>
          <p:cNvSpPr>
            <a:spLocks noGrp="1"/>
          </p:cNvSpPr>
          <p:nvPr>
            <p:ph type="dt" sz="half" idx="2"/>
          </p:nvPr>
        </p:nvSpPr>
        <p:spPr>
          <a:xfrm>
            <a:off x="9330612" y="6207054"/>
            <a:ext cx="1179613" cy="365125"/>
          </a:xfrm>
          <a:prstGeom prst="rect">
            <a:avLst/>
          </a:prstGeom>
        </p:spPr>
        <p:txBody>
          <a:bodyPr vert="horz" lIns="91440" tIns="45720" rIns="91440" bIns="45720" rtlCol="0" anchor="ctr"/>
          <a:lstStyle>
            <a:lvl1pPr algn="l">
              <a:defRPr sz="1200" b="1">
                <a:solidFill>
                  <a:schemeClr val="bg1"/>
                </a:solidFill>
                <a:latin typeface="+mj-lt"/>
              </a:defRPr>
            </a:lvl1pPr>
          </a:lstStyle>
          <a:p>
            <a:endParaRPr lang="nl-NL" dirty="0"/>
          </a:p>
        </p:txBody>
      </p:sp>
      <p:sp>
        <p:nvSpPr>
          <p:cNvPr id="10" name="Tijdelijke aanduiding voor voettekst 4">
            <a:extLst>
              <a:ext uri="{FF2B5EF4-FFF2-40B4-BE49-F238E27FC236}">
                <a16:creationId xmlns:a16="http://schemas.microsoft.com/office/drawing/2014/main" id="{6650BCD8-C52B-19E3-F9A8-8BC03ACD13C3}"/>
              </a:ext>
            </a:extLst>
          </p:cNvPr>
          <p:cNvSpPr>
            <a:spLocks noGrp="1"/>
          </p:cNvSpPr>
          <p:nvPr>
            <p:ph type="ftr" sz="quarter" idx="3"/>
          </p:nvPr>
        </p:nvSpPr>
        <p:spPr>
          <a:xfrm>
            <a:off x="719138" y="6207054"/>
            <a:ext cx="4114800" cy="365125"/>
          </a:xfrm>
          <a:prstGeom prst="rect">
            <a:avLst/>
          </a:prstGeom>
        </p:spPr>
        <p:txBody>
          <a:bodyPr vert="horz" lIns="91440" tIns="45720" rIns="91440" bIns="45720" rtlCol="0" anchor="ctr"/>
          <a:lstStyle>
            <a:lvl1pPr algn="l">
              <a:defRPr sz="1200" b="1">
                <a:solidFill>
                  <a:schemeClr val="tx1"/>
                </a:solidFill>
                <a:latin typeface="+mj-lt"/>
              </a:defRPr>
            </a:lvl1pPr>
          </a:lstStyle>
          <a:p>
            <a:endParaRPr lang="nl-NL" dirty="0"/>
          </a:p>
        </p:txBody>
      </p:sp>
      <p:sp>
        <p:nvSpPr>
          <p:cNvPr id="11" name="Tijdelijke aanduiding voor tekst 10">
            <a:extLst>
              <a:ext uri="{FF2B5EF4-FFF2-40B4-BE49-F238E27FC236}">
                <a16:creationId xmlns:a16="http://schemas.microsoft.com/office/drawing/2014/main" id="{49B83661-5EF5-0445-AA9A-2B280A7EBE73}"/>
              </a:ext>
            </a:extLst>
          </p:cNvPr>
          <p:cNvSpPr>
            <a:spLocks noGrp="1"/>
          </p:cNvSpPr>
          <p:nvPr>
            <p:ph type="body" sz="quarter" idx="25"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2" name="Tijdelijke aanduiding voor tekst 11">
            <a:extLst>
              <a:ext uri="{FF2B5EF4-FFF2-40B4-BE49-F238E27FC236}">
                <a16:creationId xmlns:a16="http://schemas.microsoft.com/office/drawing/2014/main" id="{4D3EA337-9449-92ED-1D3E-EACE043AC5C9}"/>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823947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versie 5">
    <p:bg>
      <p:bgPr>
        <a:solidFill>
          <a:schemeClr val="accent5"/>
        </a:solidFill>
        <a:effectLst/>
      </p:bgPr>
    </p:bg>
    <p:spTree>
      <p:nvGrpSpPr>
        <p:cNvPr id="1" name=""/>
        <p:cNvGrpSpPr/>
        <p:nvPr/>
      </p:nvGrpSpPr>
      <p:grpSpPr>
        <a:xfrm>
          <a:off x="0" y="0"/>
          <a:ext cx="0" cy="0"/>
          <a:chOff x="0" y="0"/>
          <a:chExt cx="0" cy="0"/>
        </a:xfrm>
      </p:grpSpPr>
      <p:grpSp>
        <p:nvGrpSpPr>
          <p:cNvPr id="5" name="Groep 4">
            <a:extLst>
              <a:ext uri="{FF2B5EF4-FFF2-40B4-BE49-F238E27FC236}">
                <a16:creationId xmlns:a16="http://schemas.microsoft.com/office/drawing/2014/main" id="{C1E0D01A-45B2-1F55-7ACA-B5EC198F7881}"/>
              </a:ext>
            </a:extLst>
          </p:cNvPr>
          <p:cNvGrpSpPr/>
          <p:nvPr userDrawn="1"/>
        </p:nvGrpSpPr>
        <p:grpSpPr>
          <a:xfrm>
            <a:off x="1" y="1941303"/>
            <a:ext cx="12191999" cy="4916697"/>
            <a:chOff x="1" y="3883246"/>
            <a:chExt cx="24382411" cy="9832754"/>
          </a:xfrm>
          <a:solidFill>
            <a:schemeClr val="bg1"/>
          </a:solidFill>
        </p:grpSpPr>
        <p:sp>
          <p:nvSpPr>
            <p:cNvPr id="2" name="Vrije vorm 13">
              <a:extLst>
                <a:ext uri="{FF2B5EF4-FFF2-40B4-BE49-F238E27FC236}">
                  <a16:creationId xmlns:a16="http://schemas.microsoft.com/office/drawing/2014/main" id="{E9EDF096-464A-E59E-8015-F087EA36E6F6}"/>
                </a:ext>
              </a:extLst>
            </p:cNvPr>
            <p:cNvSpPr/>
            <p:nvPr userDrawn="1"/>
          </p:nvSpPr>
          <p:spPr>
            <a:xfrm>
              <a:off x="1" y="3883246"/>
              <a:ext cx="19697146" cy="9832754"/>
            </a:xfrm>
            <a:custGeom>
              <a:avLst/>
              <a:gdLst>
                <a:gd name="connsiteX0" fmla="*/ 0 w 19697146"/>
                <a:gd name="connsiteY0" fmla="*/ 0 h 9832754"/>
                <a:gd name="connsiteX1" fmla="*/ 17801363 w 19697146"/>
                <a:gd name="connsiteY1" fmla="*/ 0 h 9832754"/>
                <a:gd name="connsiteX2" fmla="*/ 19657399 w 19697146"/>
                <a:gd name="connsiteY2" fmla="*/ 2278392 h 9832754"/>
                <a:gd name="connsiteX3" fmla="*/ 18107285 w 19697146"/>
                <a:gd name="connsiteY3" fmla="*/ 9832754 h 9832754"/>
                <a:gd name="connsiteX4" fmla="*/ 0 w 19697146"/>
                <a:gd name="connsiteY4" fmla="*/ 9832754 h 983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97146" h="9832754">
                  <a:moveTo>
                    <a:pt x="0" y="0"/>
                  </a:moveTo>
                  <a:lnTo>
                    <a:pt x="17801363" y="0"/>
                  </a:lnTo>
                  <a:cubicBezTo>
                    <a:pt x="19000131" y="0"/>
                    <a:pt x="19900139" y="1101845"/>
                    <a:pt x="19657399" y="2278392"/>
                  </a:cubicBezTo>
                  <a:lnTo>
                    <a:pt x="18107285" y="9832754"/>
                  </a:lnTo>
                  <a:lnTo>
                    <a:pt x="0" y="9832754"/>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baseline="0" dirty="0">
                <a:latin typeface="Arial" panose="020B0604020202020204" pitchFamily="34" charset="0"/>
              </a:endParaRPr>
            </a:p>
          </p:txBody>
        </p:sp>
        <p:sp>
          <p:nvSpPr>
            <p:cNvPr id="3" name="Vrije vorm 15">
              <a:extLst>
                <a:ext uri="{FF2B5EF4-FFF2-40B4-BE49-F238E27FC236}">
                  <a16:creationId xmlns:a16="http://schemas.microsoft.com/office/drawing/2014/main" id="{71A55A6D-E9D1-D609-4A8B-6EF21BCDACDA}"/>
                </a:ext>
              </a:extLst>
            </p:cNvPr>
            <p:cNvSpPr/>
            <p:nvPr userDrawn="1"/>
          </p:nvSpPr>
          <p:spPr>
            <a:xfrm>
              <a:off x="16646133" y="11018520"/>
              <a:ext cx="7736279" cy="2697480"/>
            </a:xfrm>
            <a:custGeom>
              <a:avLst/>
              <a:gdLst>
                <a:gd name="connsiteX0" fmla="*/ 553403 w 7736279"/>
                <a:gd name="connsiteY0" fmla="*/ 0 h 2697480"/>
                <a:gd name="connsiteX1" fmla="*/ 7736279 w 7736279"/>
                <a:gd name="connsiteY1" fmla="*/ 0 h 2697480"/>
                <a:gd name="connsiteX2" fmla="*/ 7736279 w 7736279"/>
                <a:gd name="connsiteY2" fmla="*/ 2697480 h 2697480"/>
                <a:gd name="connsiteX3" fmla="*/ 0 w 7736279"/>
                <a:gd name="connsiteY3" fmla="*/ 2697480 h 2697480"/>
              </a:gdLst>
              <a:ahLst/>
              <a:cxnLst>
                <a:cxn ang="0">
                  <a:pos x="connsiteX0" y="connsiteY0"/>
                </a:cxn>
                <a:cxn ang="0">
                  <a:pos x="connsiteX1" y="connsiteY1"/>
                </a:cxn>
                <a:cxn ang="0">
                  <a:pos x="connsiteX2" y="connsiteY2"/>
                </a:cxn>
                <a:cxn ang="0">
                  <a:pos x="connsiteX3" y="connsiteY3"/>
                </a:cxn>
              </a:cxnLst>
              <a:rect l="l" t="t" r="r" b="b"/>
              <a:pathLst>
                <a:path w="7736279" h="2697480">
                  <a:moveTo>
                    <a:pt x="553403" y="0"/>
                  </a:moveTo>
                  <a:lnTo>
                    <a:pt x="7736279" y="0"/>
                  </a:lnTo>
                  <a:lnTo>
                    <a:pt x="7736279" y="2697480"/>
                  </a:lnTo>
                  <a:lnTo>
                    <a:pt x="0" y="269748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grpSp>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21187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Agenda versie 5</a:t>
            </a:r>
          </a:p>
        </p:txBody>
      </p:sp>
      <p:sp>
        <p:nvSpPr>
          <p:cNvPr id="6" name="Titel 1">
            <a:extLst>
              <a:ext uri="{FF2B5EF4-FFF2-40B4-BE49-F238E27FC236}">
                <a16:creationId xmlns:a16="http://schemas.microsoft.com/office/drawing/2014/main" id="{A1861D27-CA8C-01BF-985C-03BFAB1BD551}"/>
              </a:ext>
            </a:extLst>
          </p:cNvPr>
          <p:cNvSpPr>
            <a:spLocks noGrp="1"/>
          </p:cNvSpPr>
          <p:nvPr>
            <p:ph type="ctrTitle" hasCustomPrompt="1"/>
          </p:nvPr>
        </p:nvSpPr>
        <p:spPr>
          <a:xfrm>
            <a:off x="703639" y="719138"/>
            <a:ext cx="10767635" cy="873125"/>
          </a:xfrm>
        </p:spPr>
        <p:txBody>
          <a:bodyPr anchor="t"/>
          <a:lstStyle>
            <a:lvl1pPr algn="l">
              <a:lnSpc>
                <a:spcPct val="80000"/>
              </a:lnSpc>
              <a:defRPr sz="8000" b="1" i="1">
                <a:solidFill>
                  <a:schemeClr val="bg1"/>
                </a:solidFill>
              </a:defRPr>
            </a:lvl1pPr>
          </a:lstStyle>
          <a:p>
            <a:r>
              <a:rPr lang="nl-NL" noProof="0" dirty="0"/>
              <a:t>TITEL BEWERKEN</a:t>
            </a:r>
          </a:p>
        </p:txBody>
      </p:sp>
      <p:sp>
        <p:nvSpPr>
          <p:cNvPr id="8" name="Tijdelijke aanduiding voor tekst 6">
            <a:extLst>
              <a:ext uri="{FF2B5EF4-FFF2-40B4-BE49-F238E27FC236}">
                <a16:creationId xmlns:a16="http://schemas.microsoft.com/office/drawing/2014/main" id="{10889139-A3D5-244B-AFD5-B3BF5CE73C0F}"/>
              </a:ext>
            </a:extLst>
          </p:cNvPr>
          <p:cNvSpPr>
            <a:spLocks noGrp="1"/>
          </p:cNvSpPr>
          <p:nvPr>
            <p:ph type="body" sz="quarter" idx="21" hasCustomPrompt="1"/>
          </p:nvPr>
        </p:nvSpPr>
        <p:spPr>
          <a:xfrm>
            <a:off x="719139" y="2491121"/>
            <a:ext cx="7262488" cy="3834423"/>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9" name="Tijdelijke aanduiding voor datum 3">
            <a:extLst>
              <a:ext uri="{FF2B5EF4-FFF2-40B4-BE49-F238E27FC236}">
                <a16:creationId xmlns:a16="http://schemas.microsoft.com/office/drawing/2014/main" id="{79719FC2-7390-28D7-669C-58995CA0A38C}"/>
              </a:ext>
            </a:extLst>
          </p:cNvPr>
          <p:cNvSpPr>
            <a:spLocks noGrp="1"/>
          </p:cNvSpPr>
          <p:nvPr>
            <p:ph type="dt" sz="half" idx="2"/>
          </p:nvPr>
        </p:nvSpPr>
        <p:spPr>
          <a:xfrm>
            <a:off x="9330612" y="6207054"/>
            <a:ext cx="1179613" cy="365125"/>
          </a:xfrm>
          <a:prstGeom prst="rect">
            <a:avLst/>
          </a:prstGeom>
        </p:spPr>
        <p:txBody>
          <a:bodyPr vert="horz" lIns="91440" tIns="45720" rIns="91440" bIns="45720" rtlCol="0" anchor="ctr"/>
          <a:lstStyle>
            <a:lvl1pPr algn="l">
              <a:defRPr sz="1200" b="1">
                <a:solidFill>
                  <a:schemeClr val="tx1"/>
                </a:solidFill>
                <a:latin typeface="+mj-lt"/>
              </a:defRPr>
            </a:lvl1pPr>
          </a:lstStyle>
          <a:p>
            <a:endParaRPr lang="nl-NL" dirty="0"/>
          </a:p>
        </p:txBody>
      </p:sp>
      <p:sp>
        <p:nvSpPr>
          <p:cNvPr id="10" name="Tijdelijke aanduiding voor voettekst 4">
            <a:extLst>
              <a:ext uri="{FF2B5EF4-FFF2-40B4-BE49-F238E27FC236}">
                <a16:creationId xmlns:a16="http://schemas.microsoft.com/office/drawing/2014/main" id="{DB9C8B24-0F98-DE08-DBED-93FA959F85F9}"/>
              </a:ext>
            </a:extLst>
          </p:cNvPr>
          <p:cNvSpPr>
            <a:spLocks noGrp="1"/>
          </p:cNvSpPr>
          <p:nvPr>
            <p:ph type="ftr" sz="quarter" idx="3"/>
          </p:nvPr>
        </p:nvSpPr>
        <p:spPr>
          <a:xfrm>
            <a:off x="719138" y="6207054"/>
            <a:ext cx="4114800" cy="365125"/>
          </a:xfrm>
          <a:prstGeom prst="rect">
            <a:avLst/>
          </a:prstGeom>
        </p:spPr>
        <p:txBody>
          <a:bodyPr vert="horz" lIns="91440" tIns="45720" rIns="91440" bIns="45720" rtlCol="0" anchor="ctr"/>
          <a:lstStyle>
            <a:lvl1pPr algn="l">
              <a:defRPr sz="1200" b="1">
                <a:solidFill>
                  <a:schemeClr val="tx1"/>
                </a:solidFill>
                <a:latin typeface="+mj-lt"/>
              </a:defRPr>
            </a:lvl1pPr>
          </a:lstStyle>
          <a:p>
            <a:endParaRPr lang="nl-NL" dirty="0"/>
          </a:p>
        </p:txBody>
      </p:sp>
      <p:sp>
        <p:nvSpPr>
          <p:cNvPr id="11" name="Tijdelijke aanduiding voor tekst 10">
            <a:extLst>
              <a:ext uri="{FF2B5EF4-FFF2-40B4-BE49-F238E27FC236}">
                <a16:creationId xmlns:a16="http://schemas.microsoft.com/office/drawing/2014/main" id="{E1B7A53E-6F17-8F00-15DE-99D12CFCD42D}"/>
              </a:ext>
            </a:extLst>
          </p:cNvPr>
          <p:cNvSpPr>
            <a:spLocks noGrp="1"/>
          </p:cNvSpPr>
          <p:nvPr>
            <p:ph type="body" sz="quarter" idx="25"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2" name="Tijdelijke aanduiding voor tekst 11">
            <a:extLst>
              <a:ext uri="{FF2B5EF4-FFF2-40B4-BE49-F238E27FC236}">
                <a16:creationId xmlns:a16="http://schemas.microsoft.com/office/drawing/2014/main" id="{C248377F-885F-0A2F-C38E-221427F45150}"/>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50686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versie 6">
    <p:bg>
      <p:bgPr>
        <a:solidFill>
          <a:schemeClr val="accent1"/>
        </a:solidFill>
        <a:effectLst/>
      </p:bgPr>
    </p:bg>
    <p:spTree>
      <p:nvGrpSpPr>
        <p:cNvPr id="1" name=""/>
        <p:cNvGrpSpPr/>
        <p:nvPr/>
      </p:nvGrpSpPr>
      <p:grpSpPr>
        <a:xfrm>
          <a:off x="0" y="0"/>
          <a:ext cx="0" cy="0"/>
          <a:chOff x="0" y="0"/>
          <a:chExt cx="0" cy="0"/>
        </a:xfrm>
      </p:grpSpPr>
      <p:grpSp>
        <p:nvGrpSpPr>
          <p:cNvPr id="14" name="Groep 13">
            <a:extLst>
              <a:ext uri="{FF2B5EF4-FFF2-40B4-BE49-F238E27FC236}">
                <a16:creationId xmlns:a16="http://schemas.microsoft.com/office/drawing/2014/main" id="{D66F18CA-CFD1-4202-BE69-5F5D54FACC8D}"/>
              </a:ext>
            </a:extLst>
          </p:cNvPr>
          <p:cNvGrpSpPr/>
          <p:nvPr userDrawn="1"/>
        </p:nvGrpSpPr>
        <p:grpSpPr>
          <a:xfrm>
            <a:off x="-10511" y="0"/>
            <a:ext cx="5686187" cy="6856085"/>
            <a:chOff x="-10510" y="15374"/>
            <a:chExt cx="5673436" cy="6840711"/>
          </a:xfrm>
        </p:grpSpPr>
        <p:sp>
          <p:nvSpPr>
            <p:cNvPr id="10" name="Vrije vorm 7">
              <a:extLst>
                <a:ext uri="{FF2B5EF4-FFF2-40B4-BE49-F238E27FC236}">
                  <a16:creationId xmlns:a16="http://schemas.microsoft.com/office/drawing/2014/main" id="{B9DFECF6-8EA2-10D0-EC91-743A06F9C6F1}"/>
                </a:ext>
              </a:extLst>
            </p:cNvPr>
            <p:cNvSpPr/>
            <p:nvPr userDrawn="1"/>
          </p:nvSpPr>
          <p:spPr>
            <a:xfrm>
              <a:off x="-10510" y="15374"/>
              <a:ext cx="5673436" cy="6839920"/>
            </a:xfrm>
            <a:custGeom>
              <a:avLst/>
              <a:gdLst>
                <a:gd name="connsiteX0" fmla="*/ 0 w 11375549"/>
                <a:gd name="connsiteY0" fmla="*/ 0 h 13714413"/>
                <a:gd name="connsiteX1" fmla="*/ 9781720 w 11375549"/>
                <a:gd name="connsiteY1" fmla="*/ 0 h 13714413"/>
                <a:gd name="connsiteX2" fmla="*/ 11342132 w 11375549"/>
                <a:gd name="connsiteY2" fmla="*/ 1915867 h 13714413"/>
                <a:gd name="connsiteX3" fmla="*/ 8921594 w 11375549"/>
                <a:gd name="connsiteY3" fmla="*/ 13714413 h 13714413"/>
                <a:gd name="connsiteX4" fmla="*/ 0 w 11375549"/>
                <a:gd name="connsiteY4" fmla="*/ 13714413 h 13714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75549" h="13714413">
                  <a:moveTo>
                    <a:pt x="0" y="0"/>
                  </a:moveTo>
                  <a:lnTo>
                    <a:pt x="9781720" y="0"/>
                  </a:lnTo>
                  <a:cubicBezTo>
                    <a:pt x="10789551" y="0"/>
                    <a:pt x="11546211" y="926526"/>
                    <a:pt x="11342132" y="1915867"/>
                  </a:cubicBezTo>
                  <a:lnTo>
                    <a:pt x="8921594" y="13714413"/>
                  </a:lnTo>
                  <a:lnTo>
                    <a:pt x="0" y="13714413"/>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sp>
          <p:nvSpPr>
            <p:cNvPr id="11" name="Vrije vorm 11">
              <a:extLst>
                <a:ext uri="{FF2B5EF4-FFF2-40B4-BE49-F238E27FC236}">
                  <a16:creationId xmlns:a16="http://schemas.microsoft.com/office/drawing/2014/main" id="{51627BD7-C0D5-2A0C-3CD7-69563061975F}"/>
                </a:ext>
              </a:extLst>
            </p:cNvPr>
            <p:cNvSpPr/>
            <p:nvPr userDrawn="1"/>
          </p:nvSpPr>
          <p:spPr>
            <a:xfrm>
              <a:off x="-10510" y="2517255"/>
              <a:ext cx="3962060" cy="4338830"/>
            </a:xfrm>
            <a:custGeom>
              <a:avLst/>
              <a:gdLst>
                <a:gd name="connsiteX0" fmla="*/ 0 w 7944148"/>
                <a:gd name="connsiteY0" fmla="*/ 0 h 8699592"/>
                <a:gd name="connsiteX1" fmla="*/ 6791892 w 7944148"/>
                <a:gd name="connsiteY1" fmla="*/ 0 h 8699592"/>
                <a:gd name="connsiteX2" fmla="*/ 7919989 w 7944148"/>
                <a:gd name="connsiteY2" fmla="*/ 1385072 h 8699592"/>
                <a:gd name="connsiteX3" fmla="*/ 6419374 w 7944148"/>
                <a:gd name="connsiteY3" fmla="*/ 8699592 h 8699592"/>
                <a:gd name="connsiteX4" fmla="*/ 0 w 7944148"/>
                <a:gd name="connsiteY4" fmla="*/ 8699592 h 8699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4148" h="8699592">
                  <a:moveTo>
                    <a:pt x="0" y="0"/>
                  </a:moveTo>
                  <a:lnTo>
                    <a:pt x="6791892" y="0"/>
                  </a:lnTo>
                  <a:cubicBezTo>
                    <a:pt x="7520503" y="0"/>
                    <a:pt x="8067528" y="669830"/>
                    <a:pt x="7919989" y="1385072"/>
                  </a:cubicBezTo>
                  <a:lnTo>
                    <a:pt x="6419374" y="8699592"/>
                  </a:lnTo>
                  <a:lnTo>
                    <a:pt x="0" y="869959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sp>
          <p:nvSpPr>
            <p:cNvPr id="12" name="Vrije vorm 16">
              <a:extLst>
                <a:ext uri="{FF2B5EF4-FFF2-40B4-BE49-F238E27FC236}">
                  <a16:creationId xmlns:a16="http://schemas.microsoft.com/office/drawing/2014/main" id="{8456D3BF-7339-05F9-5AAD-55F78A5436FE}"/>
                </a:ext>
              </a:extLst>
            </p:cNvPr>
            <p:cNvSpPr/>
            <p:nvPr userDrawn="1"/>
          </p:nvSpPr>
          <p:spPr>
            <a:xfrm>
              <a:off x="-10510" y="5341043"/>
              <a:ext cx="2320136" cy="1514251"/>
            </a:xfrm>
            <a:custGeom>
              <a:avLst/>
              <a:gdLst>
                <a:gd name="connsiteX0" fmla="*/ 0 w 4651999"/>
                <a:gd name="connsiteY0" fmla="*/ 0 h 3036156"/>
                <a:gd name="connsiteX1" fmla="*/ 3996374 w 4651999"/>
                <a:gd name="connsiteY1" fmla="*/ 0 h 3036156"/>
                <a:gd name="connsiteX2" fmla="*/ 4638254 w 4651999"/>
                <a:gd name="connsiteY2" fmla="*/ 788094 h 3036156"/>
                <a:gd name="connsiteX3" fmla="*/ 4177051 w 4651999"/>
                <a:gd name="connsiteY3" fmla="*/ 3036156 h 3036156"/>
                <a:gd name="connsiteX4" fmla="*/ 0 w 4651999"/>
                <a:gd name="connsiteY4" fmla="*/ 3036156 h 3036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1999" h="3036156">
                  <a:moveTo>
                    <a:pt x="0" y="0"/>
                  </a:moveTo>
                  <a:lnTo>
                    <a:pt x="3996374" y="0"/>
                  </a:lnTo>
                  <a:cubicBezTo>
                    <a:pt x="4410949" y="0"/>
                    <a:pt x="4722201" y="381128"/>
                    <a:pt x="4638254" y="788094"/>
                  </a:cubicBezTo>
                  <a:lnTo>
                    <a:pt x="4177051" y="3036156"/>
                  </a:lnTo>
                  <a:lnTo>
                    <a:pt x="0" y="3036156"/>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grpSp>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21187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Agenda versie 6</a:t>
            </a:r>
          </a:p>
        </p:txBody>
      </p:sp>
      <p:sp>
        <p:nvSpPr>
          <p:cNvPr id="6" name="Titel 1">
            <a:extLst>
              <a:ext uri="{FF2B5EF4-FFF2-40B4-BE49-F238E27FC236}">
                <a16:creationId xmlns:a16="http://schemas.microsoft.com/office/drawing/2014/main" id="{A1861D27-CA8C-01BF-985C-03BFAB1BD551}"/>
              </a:ext>
            </a:extLst>
          </p:cNvPr>
          <p:cNvSpPr>
            <a:spLocks noGrp="1"/>
          </p:cNvSpPr>
          <p:nvPr userDrawn="1">
            <p:ph type="ctrTitle" hasCustomPrompt="1"/>
          </p:nvPr>
        </p:nvSpPr>
        <p:spPr>
          <a:xfrm>
            <a:off x="703640" y="719138"/>
            <a:ext cx="4568156" cy="2490593"/>
          </a:xfrm>
        </p:spPr>
        <p:txBody>
          <a:bodyPr anchor="t"/>
          <a:lstStyle>
            <a:lvl1pPr algn="l">
              <a:lnSpc>
                <a:spcPct val="80000"/>
              </a:lnSpc>
              <a:defRPr sz="7200" b="1" i="1">
                <a:solidFill>
                  <a:schemeClr val="bg1"/>
                </a:solidFill>
              </a:defRPr>
            </a:lvl1pPr>
          </a:lstStyle>
          <a:p>
            <a:r>
              <a:rPr lang="nl-NL" noProof="0" dirty="0"/>
              <a:t>KLIK OM </a:t>
            </a:r>
            <a:br>
              <a:rPr lang="nl-NL" noProof="0" dirty="0"/>
            </a:br>
            <a:r>
              <a:rPr lang="nl-NL" noProof="0" dirty="0"/>
              <a:t>TITEL TE </a:t>
            </a:r>
            <a:br>
              <a:rPr lang="nl-NL" noProof="0" dirty="0"/>
            </a:br>
            <a:r>
              <a:rPr lang="nl-NL" noProof="0" dirty="0"/>
              <a:t>BEWERKEN</a:t>
            </a:r>
          </a:p>
        </p:txBody>
      </p:sp>
      <p:sp>
        <p:nvSpPr>
          <p:cNvPr id="8" name="Tijdelijke aanduiding voor tekst 6">
            <a:extLst>
              <a:ext uri="{FF2B5EF4-FFF2-40B4-BE49-F238E27FC236}">
                <a16:creationId xmlns:a16="http://schemas.microsoft.com/office/drawing/2014/main" id="{10889139-A3D5-244B-AFD5-B3BF5CE73C0F}"/>
              </a:ext>
            </a:extLst>
          </p:cNvPr>
          <p:cNvSpPr>
            <a:spLocks noGrp="1"/>
          </p:cNvSpPr>
          <p:nvPr userDrawn="1">
            <p:ph type="body" sz="quarter" idx="21" hasCustomPrompt="1"/>
          </p:nvPr>
        </p:nvSpPr>
        <p:spPr>
          <a:xfrm>
            <a:off x="6264876" y="1090613"/>
            <a:ext cx="5206397" cy="4751387"/>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jdelijke aanduiding voor datum 3">
            <a:extLst>
              <a:ext uri="{FF2B5EF4-FFF2-40B4-BE49-F238E27FC236}">
                <a16:creationId xmlns:a16="http://schemas.microsoft.com/office/drawing/2014/main" id="{BC3D8CD3-AC16-8C5F-754D-23135F090459}"/>
              </a:ext>
            </a:extLst>
          </p:cNvPr>
          <p:cNvSpPr>
            <a:spLocks noGrp="1"/>
          </p:cNvSpPr>
          <p:nvPr>
            <p:ph type="dt" sz="half" idx="2"/>
          </p:nvPr>
        </p:nvSpPr>
        <p:spPr>
          <a:xfrm>
            <a:off x="9330612" y="6207054"/>
            <a:ext cx="1179613" cy="365125"/>
          </a:xfrm>
          <a:prstGeom prst="rect">
            <a:avLst/>
          </a:prstGeom>
        </p:spPr>
        <p:txBody>
          <a:bodyPr vert="horz" lIns="91440" tIns="45720" rIns="91440" bIns="45720" rtlCol="0" anchor="ctr"/>
          <a:lstStyle>
            <a:lvl1pPr algn="l">
              <a:defRPr sz="1200" b="1">
                <a:solidFill>
                  <a:schemeClr val="bg1"/>
                </a:solidFill>
                <a:latin typeface="+mj-lt"/>
              </a:defRPr>
            </a:lvl1pPr>
          </a:lstStyle>
          <a:p>
            <a:endParaRPr lang="nl-NL" dirty="0"/>
          </a:p>
        </p:txBody>
      </p:sp>
      <p:sp>
        <p:nvSpPr>
          <p:cNvPr id="5" name="Tijdelijke aanduiding voor voettekst 4">
            <a:extLst>
              <a:ext uri="{FF2B5EF4-FFF2-40B4-BE49-F238E27FC236}">
                <a16:creationId xmlns:a16="http://schemas.microsoft.com/office/drawing/2014/main" id="{DE40AAA6-47DE-F8CB-DBED-0354065686A2}"/>
              </a:ext>
            </a:extLst>
          </p:cNvPr>
          <p:cNvSpPr>
            <a:spLocks noGrp="1"/>
          </p:cNvSpPr>
          <p:nvPr>
            <p:ph type="ftr" sz="quarter" idx="3"/>
          </p:nvPr>
        </p:nvSpPr>
        <p:spPr>
          <a:xfrm>
            <a:off x="719138" y="6207054"/>
            <a:ext cx="4114800" cy="365125"/>
          </a:xfrm>
          <a:prstGeom prst="rect">
            <a:avLst/>
          </a:prstGeom>
        </p:spPr>
        <p:txBody>
          <a:bodyPr vert="horz" lIns="91440" tIns="45720" rIns="91440" bIns="45720" rtlCol="0" anchor="ctr"/>
          <a:lstStyle>
            <a:lvl1pPr algn="l">
              <a:defRPr sz="1200" b="1">
                <a:solidFill>
                  <a:schemeClr val="bg1"/>
                </a:solidFill>
                <a:latin typeface="+mj-lt"/>
              </a:defRPr>
            </a:lvl1pPr>
          </a:lstStyle>
          <a:p>
            <a:endParaRPr lang="nl-NL" dirty="0"/>
          </a:p>
        </p:txBody>
      </p:sp>
      <p:sp>
        <p:nvSpPr>
          <p:cNvPr id="3" name="Tijdelijke aanduiding voor tekst 2">
            <a:extLst>
              <a:ext uri="{FF2B5EF4-FFF2-40B4-BE49-F238E27FC236}">
                <a16:creationId xmlns:a16="http://schemas.microsoft.com/office/drawing/2014/main" id="{DE45DABB-230F-A3EA-D999-01C838706BCA}"/>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7" name="Tijdelijke aanduiding voor tekst 6">
            <a:extLst>
              <a:ext uri="{FF2B5EF4-FFF2-40B4-BE49-F238E27FC236}">
                <a16:creationId xmlns:a16="http://schemas.microsoft.com/office/drawing/2014/main" id="{424CC8A5-6248-E53E-0DCD-5E9CB7EEB1E7}"/>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505198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versie 7">
    <p:bg>
      <p:bgPr>
        <a:solidFill>
          <a:schemeClr val="bg1"/>
        </a:solidFill>
        <a:effectLst/>
      </p:bgPr>
    </p:bg>
    <p:spTree>
      <p:nvGrpSpPr>
        <p:cNvPr id="1" name=""/>
        <p:cNvGrpSpPr/>
        <p:nvPr/>
      </p:nvGrpSpPr>
      <p:grpSpPr>
        <a:xfrm>
          <a:off x="0" y="0"/>
          <a:ext cx="0" cy="0"/>
          <a:chOff x="0" y="0"/>
          <a:chExt cx="0" cy="0"/>
        </a:xfrm>
      </p:grpSpPr>
      <p:sp>
        <p:nvSpPr>
          <p:cNvPr id="10" name="Vrije vorm 7">
            <a:extLst>
              <a:ext uri="{FF2B5EF4-FFF2-40B4-BE49-F238E27FC236}">
                <a16:creationId xmlns:a16="http://schemas.microsoft.com/office/drawing/2014/main" id="{B9DFECF6-8EA2-10D0-EC91-743A06F9C6F1}"/>
              </a:ext>
            </a:extLst>
          </p:cNvPr>
          <p:cNvSpPr/>
          <p:nvPr userDrawn="1"/>
        </p:nvSpPr>
        <p:spPr>
          <a:xfrm>
            <a:off x="-10511" y="0"/>
            <a:ext cx="5686187" cy="6855292"/>
          </a:xfrm>
          <a:custGeom>
            <a:avLst/>
            <a:gdLst>
              <a:gd name="connsiteX0" fmla="*/ 0 w 11375549"/>
              <a:gd name="connsiteY0" fmla="*/ 0 h 13714413"/>
              <a:gd name="connsiteX1" fmla="*/ 9781720 w 11375549"/>
              <a:gd name="connsiteY1" fmla="*/ 0 h 13714413"/>
              <a:gd name="connsiteX2" fmla="*/ 11342132 w 11375549"/>
              <a:gd name="connsiteY2" fmla="*/ 1915867 h 13714413"/>
              <a:gd name="connsiteX3" fmla="*/ 8921594 w 11375549"/>
              <a:gd name="connsiteY3" fmla="*/ 13714413 h 13714413"/>
              <a:gd name="connsiteX4" fmla="*/ 0 w 11375549"/>
              <a:gd name="connsiteY4" fmla="*/ 13714413 h 13714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75549" h="13714413">
                <a:moveTo>
                  <a:pt x="0" y="0"/>
                </a:moveTo>
                <a:lnTo>
                  <a:pt x="9781720" y="0"/>
                </a:lnTo>
                <a:cubicBezTo>
                  <a:pt x="10789551" y="0"/>
                  <a:pt x="11546211" y="926526"/>
                  <a:pt x="11342132" y="1915867"/>
                </a:cubicBezTo>
                <a:lnTo>
                  <a:pt x="8921594" y="13714413"/>
                </a:lnTo>
                <a:lnTo>
                  <a:pt x="0" y="1371441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sp>
        <p:nvSpPr>
          <p:cNvPr id="11" name="Vrije vorm 11">
            <a:extLst>
              <a:ext uri="{FF2B5EF4-FFF2-40B4-BE49-F238E27FC236}">
                <a16:creationId xmlns:a16="http://schemas.microsoft.com/office/drawing/2014/main" id="{51627BD7-C0D5-2A0C-3CD7-69563061975F}"/>
              </a:ext>
            </a:extLst>
          </p:cNvPr>
          <p:cNvSpPr/>
          <p:nvPr userDrawn="1"/>
        </p:nvSpPr>
        <p:spPr>
          <a:xfrm>
            <a:off x="-10511" y="2507504"/>
            <a:ext cx="3970965" cy="4348581"/>
          </a:xfrm>
          <a:custGeom>
            <a:avLst/>
            <a:gdLst>
              <a:gd name="connsiteX0" fmla="*/ 0 w 7944148"/>
              <a:gd name="connsiteY0" fmla="*/ 0 h 8699592"/>
              <a:gd name="connsiteX1" fmla="*/ 6791892 w 7944148"/>
              <a:gd name="connsiteY1" fmla="*/ 0 h 8699592"/>
              <a:gd name="connsiteX2" fmla="*/ 7919989 w 7944148"/>
              <a:gd name="connsiteY2" fmla="*/ 1385072 h 8699592"/>
              <a:gd name="connsiteX3" fmla="*/ 6419374 w 7944148"/>
              <a:gd name="connsiteY3" fmla="*/ 8699592 h 8699592"/>
              <a:gd name="connsiteX4" fmla="*/ 0 w 7944148"/>
              <a:gd name="connsiteY4" fmla="*/ 8699592 h 8699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4148" h="8699592">
                <a:moveTo>
                  <a:pt x="0" y="0"/>
                </a:moveTo>
                <a:lnTo>
                  <a:pt x="6791892" y="0"/>
                </a:lnTo>
                <a:cubicBezTo>
                  <a:pt x="7520503" y="0"/>
                  <a:pt x="8067528" y="669830"/>
                  <a:pt x="7919989" y="1385072"/>
                </a:cubicBezTo>
                <a:lnTo>
                  <a:pt x="6419374" y="8699592"/>
                </a:lnTo>
                <a:lnTo>
                  <a:pt x="0" y="86995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sp>
        <p:nvSpPr>
          <p:cNvPr id="12" name="Vrije vorm 16">
            <a:extLst>
              <a:ext uri="{FF2B5EF4-FFF2-40B4-BE49-F238E27FC236}">
                <a16:creationId xmlns:a16="http://schemas.microsoft.com/office/drawing/2014/main" id="{8456D3BF-7339-05F9-5AAD-55F78A5436FE}"/>
              </a:ext>
            </a:extLst>
          </p:cNvPr>
          <p:cNvSpPr/>
          <p:nvPr userDrawn="1"/>
        </p:nvSpPr>
        <p:spPr>
          <a:xfrm>
            <a:off x="-10511" y="5337638"/>
            <a:ext cx="2325350" cy="1517654"/>
          </a:xfrm>
          <a:custGeom>
            <a:avLst/>
            <a:gdLst>
              <a:gd name="connsiteX0" fmla="*/ 0 w 4651999"/>
              <a:gd name="connsiteY0" fmla="*/ 0 h 3036156"/>
              <a:gd name="connsiteX1" fmla="*/ 3996374 w 4651999"/>
              <a:gd name="connsiteY1" fmla="*/ 0 h 3036156"/>
              <a:gd name="connsiteX2" fmla="*/ 4638254 w 4651999"/>
              <a:gd name="connsiteY2" fmla="*/ 788094 h 3036156"/>
              <a:gd name="connsiteX3" fmla="*/ 4177051 w 4651999"/>
              <a:gd name="connsiteY3" fmla="*/ 3036156 h 3036156"/>
              <a:gd name="connsiteX4" fmla="*/ 0 w 4651999"/>
              <a:gd name="connsiteY4" fmla="*/ 3036156 h 3036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1999" h="3036156">
                <a:moveTo>
                  <a:pt x="0" y="0"/>
                </a:moveTo>
                <a:lnTo>
                  <a:pt x="3996374" y="0"/>
                </a:lnTo>
                <a:cubicBezTo>
                  <a:pt x="4410949" y="0"/>
                  <a:pt x="4722201" y="381128"/>
                  <a:pt x="4638254" y="788094"/>
                </a:cubicBezTo>
                <a:lnTo>
                  <a:pt x="4177051" y="3036156"/>
                </a:lnTo>
                <a:lnTo>
                  <a:pt x="0" y="303615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21187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Agenda versie 7</a:t>
            </a:r>
          </a:p>
        </p:txBody>
      </p:sp>
      <p:sp>
        <p:nvSpPr>
          <p:cNvPr id="8" name="Tijdelijke aanduiding voor tekst 6">
            <a:extLst>
              <a:ext uri="{FF2B5EF4-FFF2-40B4-BE49-F238E27FC236}">
                <a16:creationId xmlns:a16="http://schemas.microsoft.com/office/drawing/2014/main" id="{10889139-A3D5-244B-AFD5-B3BF5CE73C0F}"/>
              </a:ext>
            </a:extLst>
          </p:cNvPr>
          <p:cNvSpPr>
            <a:spLocks noGrp="1"/>
          </p:cNvSpPr>
          <p:nvPr userDrawn="1">
            <p:ph type="body" sz="quarter" idx="21" hasCustomPrompt="1"/>
          </p:nvPr>
        </p:nvSpPr>
        <p:spPr>
          <a:xfrm>
            <a:off x="6264876" y="1090613"/>
            <a:ext cx="5206397" cy="4751387"/>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tel 1">
            <a:extLst>
              <a:ext uri="{FF2B5EF4-FFF2-40B4-BE49-F238E27FC236}">
                <a16:creationId xmlns:a16="http://schemas.microsoft.com/office/drawing/2014/main" id="{8982484A-A079-541F-972B-2DB3EEA6DE5B}"/>
              </a:ext>
            </a:extLst>
          </p:cNvPr>
          <p:cNvSpPr>
            <a:spLocks noGrp="1"/>
          </p:cNvSpPr>
          <p:nvPr>
            <p:ph type="ctrTitle" hasCustomPrompt="1"/>
          </p:nvPr>
        </p:nvSpPr>
        <p:spPr>
          <a:xfrm>
            <a:off x="703640" y="719138"/>
            <a:ext cx="4568156" cy="2490593"/>
          </a:xfrm>
        </p:spPr>
        <p:txBody>
          <a:bodyPr anchor="t"/>
          <a:lstStyle>
            <a:lvl1pPr algn="l">
              <a:lnSpc>
                <a:spcPct val="80000"/>
              </a:lnSpc>
              <a:defRPr sz="7200" b="1" i="1">
                <a:solidFill>
                  <a:schemeClr val="tx1"/>
                </a:solidFill>
              </a:defRPr>
            </a:lvl1pPr>
          </a:lstStyle>
          <a:p>
            <a:r>
              <a:rPr lang="nl-NL" noProof="0" dirty="0"/>
              <a:t>KLIK OM </a:t>
            </a:r>
            <a:br>
              <a:rPr lang="nl-NL" noProof="0" dirty="0"/>
            </a:br>
            <a:r>
              <a:rPr lang="nl-NL" noProof="0" dirty="0"/>
              <a:t>TITEL TE </a:t>
            </a:r>
            <a:br>
              <a:rPr lang="nl-NL" noProof="0" dirty="0"/>
            </a:br>
            <a:r>
              <a:rPr lang="nl-NL" noProof="0" dirty="0"/>
              <a:t>BEWERKEN</a:t>
            </a:r>
          </a:p>
        </p:txBody>
      </p:sp>
      <p:sp>
        <p:nvSpPr>
          <p:cNvPr id="5" name="Tijdelijke aanduiding voor datum 3">
            <a:extLst>
              <a:ext uri="{FF2B5EF4-FFF2-40B4-BE49-F238E27FC236}">
                <a16:creationId xmlns:a16="http://schemas.microsoft.com/office/drawing/2014/main" id="{3D159C24-5120-B957-6DC4-C1D39CB64A5C}"/>
              </a:ext>
            </a:extLst>
          </p:cNvPr>
          <p:cNvSpPr>
            <a:spLocks noGrp="1"/>
          </p:cNvSpPr>
          <p:nvPr>
            <p:ph type="dt" sz="half" idx="2"/>
          </p:nvPr>
        </p:nvSpPr>
        <p:spPr>
          <a:xfrm>
            <a:off x="9330612" y="6207054"/>
            <a:ext cx="1179613" cy="365125"/>
          </a:xfrm>
          <a:prstGeom prst="rect">
            <a:avLst/>
          </a:prstGeom>
        </p:spPr>
        <p:txBody>
          <a:bodyPr vert="horz" lIns="91440" tIns="45720" rIns="91440" bIns="45720" rtlCol="0" anchor="ctr"/>
          <a:lstStyle>
            <a:lvl1pPr algn="l">
              <a:defRPr sz="1200" b="1">
                <a:solidFill>
                  <a:schemeClr val="tx1"/>
                </a:solidFill>
                <a:latin typeface="+mj-lt"/>
              </a:defRPr>
            </a:lvl1pPr>
          </a:lstStyle>
          <a:p>
            <a:endParaRPr lang="nl-NL" dirty="0"/>
          </a:p>
        </p:txBody>
      </p:sp>
      <p:sp>
        <p:nvSpPr>
          <p:cNvPr id="7" name="Tijdelijke aanduiding voor voettekst 4">
            <a:extLst>
              <a:ext uri="{FF2B5EF4-FFF2-40B4-BE49-F238E27FC236}">
                <a16:creationId xmlns:a16="http://schemas.microsoft.com/office/drawing/2014/main" id="{D6A0A405-C8ED-53A8-C623-E7FFEE9D2D21}"/>
              </a:ext>
            </a:extLst>
          </p:cNvPr>
          <p:cNvSpPr>
            <a:spLocks noGrp="1"/>
          </p:cNvSpPr>
          <p:nvPr>
            <p:ph type="ftr" sz="quarter" idx="3"/>
          </p:nvPr>
        </p:nvSpPr>
        <p:spPr>
          <a:xfrm>
            <a:off x="719138" y="6207054"/>
            <a:ext cx="4114800" cy="365125"/>
          </a:xfrm>
          <a:prstGeom prst="rect">
            <a:avLst/>
          </a:prstGeom>
        </p:spPr>
        <p:txBody>
          <a:bodyPr vert="horz" lIns="91440" tIns="45720" rIns="91440" bIns="45720" rtlCol="0" anchor="ctr"/>
          <a:lstStyle>
            <a:lvl1pPr algn="l">
              <a:defRPr sz="1200" b="1">
                <a:solidFill>
                  <a:schemeClr val="bg1"/>
                </a:solidFill>
                <a:latin typeface="+mj-lt"/>
              </a:defRPr>
            </a:lvl1pPr>
          </a:lstStyle>
          <a:p>
            <a:endParaRPr lang="nl-NL" dirty="0"/>
          </a:p>
        </p:txBody>
      </p:sp>
      <p:sp>
        <p:nvSpPr>
          <p:cNvPr id="13" name="Tijdelijke aanduiding voor tekst 12">
            <a:extLst>
              <a:ext uri="{FF2B5EF4-FFF2-40B4-BE49-F238E27FC236}">
                <a16:creationId xmlns:a16="http://schemas.microsoft.com/office/drawing/2014/main" id="{8DC53508-5DC8-C116-4236-CF6363FF3A10}"/>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734250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versie 8">
    <p:bg>
      <p:bgPr>
        <a:solidFill>
          <a:schemeClr val="bg1"/>
        </a:solidFill>
        <a:effectLst/>
      </p:bgPr>
    </p:bg>
    <p:spTree>
      <p:nvGrpSpPr>
        <p:cNvPr id="1" name=""/>
        <p:cNvGrpSpPr/>
        <p:nvPr/>
      </p:nvGrpSpPr>
      <p:grpSpPr>
        <a:xfrm>
          <a:off x="0" y="0"/>
          <a:ext cx="0" cy="0"/>
          <a:chOff x="0" y="0"/>
          <a:chExt cx="0" cy="0"/>
        </a:xfrm>
      </p:grpSpPr>
      <p:sp>
        <p:nvSpPr>
          <p:cNvPr id="10" name="Vrije vorm 7">
            <a:extLst>
              <a:ext uri="{FF2B5EF4-FFF2-40B4-BE49-F238E27FC236}">
                <a16:creationId xmlns:a16="http://schemas.microsoft.com/office/drawing/2014/main" id="{B9DFECF6-8EA2-10D0-EC91-743A06F9C6F1}"/>
              </a:ext>
            </a:extLst>
          </p:cNvPr>
          <p:cNvSpPr/>
          <p:nvPr userDrawn="1"/>
        </p:nvSpPr>
        <p:spPr>
          <a:xfrm>
            <a:off x="-10511" y="0"/>
            <a:ext cx="5686187" cy="6855292"/>
          </a:xfrm>
          <a:custGeom>
            <a:avLst/>
            <a:gdLst>
              <a:gd name="connsiteX0" fmla="*/ 0 w 11375549"/>
              <a:gd name="connsiteY0" fmla="*/ 0 h 13714413"/>
              <a:gd name="connsiteX1" fmla="*/ 9781720 w 11375549"/>
              <a:gd name="connsiteY1" fmla="*/ 0 h 13714413"/>
              <a:gd name="connsiteX2" fmla="*/ 11342132 w 11375549"/>
              <a:gd name="connsiteY2" fmla="*/ 1915867 h 13714413"/>
              <a:gd name="connsiteX3" fmla="*/ 8921594 w 11375549"/>
              <a:gd name="connsiteY3" fmla="*/ 13714413 h 13714413"/>
              <a:gd name="connsiteX4" fmla="*/ 0 w 11375549"/>
              <a:gd name="connsiteY4" fmla="*/ 13714413 h 13714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75549" h="13714413">
                <a:moveTo>
                  <a:pt x="0" y="0"/>
                </a:moveTo>
                <a:lnTo>
                  <a:pt x="9781720" y="0"/>
                </a:lnTo>
                <a:cubicBezTo>
                  <a:pt x="10789551" y="0"/>
                  <a:pt x="11546211" y="926526"/>
                  <a:pt x="11342132" y="1915867"/>
                </a:cubicBezTo>
                <a:lnTo>
                  <a:pt x="8921594" y="13714413"/>
                </a:lnTo>
                <a:lnTo>
                  <a:pt x="0" y="1371441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sp>
        <p:nvSpPr>
          <p:cNvPr id="11" name="Vrije vorm 11">
            <a:extLst>
              <a:ext uri="{FF2B5EF4-FFF2-40B4-BE49-F238E27FC236}">
                <a16:creationId xmlns:a16="http://schemas.microsoft.com/office/drawing/2014/main" id="{51627BD7-C0D5-2A0C-3CD7-69563061975F}"/>
              </a:ext>
            </a:extLst>
          </p:cNvPr>
          <p:cNvSpPr/>
          <p:nvPr userDrawn="1"/>
        </p:nvSpPr>
        <p:spPr>
          <a:xfrm>
            <a:off x="-10511" y="2507504"/>
            <a:ext cx="3970965" cy="4348581"/>
          </a:xfrm>
          <a:custGeom>
            <a:avLst/>
            <a:gdLst>
              <a:gd name="connsiteX0" fmla="*/ 0 w 7944148"/>
              <a:gd name="connsiteY0" fmla="*/ 0 h 8699592"/>
              <a:gd name="connsiteX1" fmla="*/ 6791892 w 7944148"/>
              <a:gd name="connsiteY1" fmla="*/ 0 h 8699592"/>
              <a:gd name="connsiteX2" fmla="*/ 7919989 w 7944148"/>
              <a:gd name="connsiteY2" fmla="*/ 1385072 h 8699592"/>
              <a:gd name="connsiteX3" fmla="*/ 6419374 w 7944148"/>
              <a:gd name="connsiteY3" fmla="*/ 8699592 h 8699592"/>
              <a:gd name="connsiteX4" fmla="*/ 0 w 7944148"/>
              <a:gd name="connsiteY4" fmla="*/ 8699592 h 8699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4148" h="8699592">
                <a:moveTo>
                  <a:pt x="0" y="0"/>
                </a:moveTo>
                <a:lnTo>
                  <a:pt x="6791892" y="0"/>
                </a:lnTo>
                <a:cubicBezTo>
                  <a:pt x="7520503" y="0"/>
                  <a:pt x="8067528" y="669830"/>
                  <a:pt x="7919989" y="1385072"/>
                </a:cubicBezTo>
                <a:lnTo>
                  <a:pt x="6419374" y="8699592"/>
                </a:lnTo>
                <a:lnTo>
                  <a:pt x="0" y="8699592"/>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sp>
        <p:nvSpPr>
          <p:cNvPr id="12" name="Vrije vorm 16">
            <a:extLst>
              <a:ext uri="{FF2B5EF4-FFF2-40B4-BE49-F238E27FC236}">
                <a16:creationId xmlns:a16="http://schemas.microsoft.com/office/drawing/2014/main" id="{8456D3BF-7339-05F9-5AAD-55F78A5436FE}"/>
              </a:ext>
            </a:extLst>
          </p:cNvPr>
          <p:cNvSpPr/>
          <p:nvPr userDrawn="1"/>
        </p:nvSpPr>
        <p:spPr>
          <a:xfrm>
            <a:off x="-10511" y="5337638"/>
            <a:ext cx="2325350" cy="1517654"/>
          </a:xfrm>
          <a:custGeom>
            <a:avLst/>
            <a:gdLst>
              <a:gd name="connsiteX0" fmla="*/ 0 w 4651999"/>
              <a:gd name="connsiteY0" fmla="*/ 0 h 3036156"/>
              <a:gd name="connsiteX1" fmla="*/ 3996374 w 4651999"/>
              <a:gd name="connsiteY1" fmla="*/ 0 h 3036156"/>
              <a:gd name="connsiteX2" fmla="*/ 4638254 w 4651999"/>
              <a:gd name="connsiteY2" fmla="*/ 788094 h 3036156"/>
              <a:gd name="connsiteX3" fmla="*/ 4177051 w 4651999"/>
              <a:gd name="connsiteY3" fmla="*/ 3036156 h 3036156"/>
              <a:gd name="connsiteX4" fmla="*/ 0 w 4651999"/>
              <a:gd name="connsiteY4" fmla="*/ 3036156 h 3036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1999" h="3036156">
                <a:moveTo>
                  <a:pt x="0" y="0"/>
                </a:moveTo>
                <a:lnTo>
                  <a:pt x="3996374" y="0"/>
                </a:lnTo>
                <a:cubicBezTo>
                  <a:pt x="4410949" y="0"/>
                  <a:pt x="4722201" y="381128"/>
                  <a:pt x="4638254" y="788094"/>
                </a:cubicBezTo>
                <a:lnTo>
                  <a:pt x="4177051" y="3036156"/>
                </a:lnTo>
                <a:lnTo>
                  <a:pt x="0" y="3036156"/>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21187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Agenda versie 8</a:t>
            </a:r>
          </a:p>
        </p:txBody>
      </p:sp>
      <p:sp>
        <p:nvSpPr>
          <p:cNvPr id="8" name="Tijdelijke aanduiding voor tekst 6">
            <a:extLst>
              <a:ext uri="{FF2B5EF4-FFF2-40B4-BE49-F238E27FC236}">
                <a16:creationId xmlns:a16="http://schemas.microsoft.com/office/drawing/2014/main" id="{10889139-A3D5-244B-AFD5-B3BF5CE73C0F}"/>
              </a:ext>
            </a:extLst>
          </p:cNvPr>
          <p:cNvSpPr>
            <a:spLocks noGrp="1"/>
          </p:cNvSpPr>
          <p:nvPr userDrawn="1">
            <p:ph type="body" sz="quarter" idx="21" hasCustomPrompt="1"/>
          </p:nvPr>
        </p:nvSpPr>
        <p:spPr>
          <a:xfrm>
            <a:off x="6264876" y="1090613"/>
            <a:ext cx="5206397" cy="4751387"/>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3" name="Titel 1">
            <a:extLst>
              <a:ext uri="{FF2B5EF4-FFF2-40B4-BE49-F238E27FC236}">
                <a16:creationId xmlns:a16="http://schemas.microsoft.com/office/drawing/2014/main" id="{4D830562-0FB4-AD63-60CA-9B0E7A04B45C}"/>
              </a:ext>
            </a:extLst>
          </p:cNvPr>
          <p:cNvSpPr>
            <a:spLocks noGrp="1"/>
          </p:cNvSpPr>
          <p:nvPr>
            <p:ph type="ctrTitle" hasCustomPrompt="1"/>
          </p:nvPr>
        </p:nvSpPr>
        <p:spPr>
          <a:xfrm>
            <a:off x="703640" y="719138"/>
            <a:ext cx="4568156" cy="2490593"/>
          </a:xfrm>
        </p:spPr>
        <p:txBody>
          <a:bodyPr anchor="t"/>
          <a:lstStyle>
            <a:lvl1pPr algn="l">
              <a:lnSpc>
                <a:spcPct val="80000"/>
              </a:lnSpc>
              <a:defRPr sz="7200" b="1" i="1">
                <a:solidFill>
                  <a:schemeClr val="tx1"/>
                </a:solidFill>
              </a:defRPr>
            </a:lvl1pPr>
          </a:lstStyle>
          <a:p>
            <a:r>
              <a:rPr lang="nl-NL" noProof="0" dirty="0"/>
              <a:t>KLIK OM </a:t>
            </a:r>
            <a:br>
              <a:rPr lang="nl-NL" noProof="0" dirty="0"/>
            </a:br>
            <a:r>
              <a:rPr lang="nl-NL" noProof="0" dirty="0"/>
              <a:t>TITEL TE </a:t>
            </a:r>
            <a:br>
              <a:rPr lang="nl-NL" noProof="0" dirty="0"/>
            </a:br>
            <a:r>
              <a:rPr lang="nl-NL" noProof="0" dirty="0"/>
              <a:t>BEWERKEN</a:t>
            </a:r>
          </a:p>
        </p:txBody>
      </p:sp>
      <p:sp>
        <p:nvSpPr>
          <p:cNvPr id="5" name="Tijdelijke aanduiding voor datum 3">
            <a:extLst>
              <a:ext uri="{FF2B5EF4-FFF2-40B4-BE49-F238E27FC236}">
                <a16:creationId xmlns:a16="http://schemas.microsoft.com/office/drawing/2014/main" id="{FC319BAF-15F2-02CB-DF15-BF904AC21EB6}"/>
              </a:ext>
            </a:extLst>
          </p:cNvPr>
          <p:cNvSpPr>
            <a:spLocks noGrp="1"/>
          </p:cNvSpPr>
          <p:nvPr>
            <p:ph type="dt" sz="half" idx="2"/>
          </p:nvPr>
        </p:nvSpPr>
        <p:spPr>
          <a:xfrm>
            <a:off x="9330612" y="6207054"/>
            <a:ext cx="1179613" cy="365125"/>
          </a:xfrm>
          <a:prstGeom prst="rect">
            <a:avLst/>
          </a:prstGeom>
        </p:spPr>
        <p:txBody>
          <a:bodyPr vert="horz" lIns="91440" tIns="45720" rIns="91440" bIns="45720" rtlCol="0" anchor="ctr"/>
          <a:lstStyle>
            <a:lvl1pPr algn="l">
              <a:defRPr sz="1200" b="1">
                <a:solidFill>
                  <a:schemeClr val="tx1"/>
                </a:solidFill>
                <a:latin typeface="+mj-lt"/>
              </a:defRPr>
            </a:lvl1pPr>
          </a:lstStyle>
          <a:p>
            <a:endParaRPr lang="nl-NL" dirty="0"/>
          </a:p>
        </p:txBody>
      </p:sp>
      <p:sp>
        <p:nvSpPr>
          <p:cNvPr id="7" name="Tijdelijke aanduiding voor voettekst 4">
            <a:extLst>
              <a:ext uri="{FF2B5EF4-FFF2-40B4-BE49-F238E27FC236}">
                <a16:creationId xmlns:a16="http://schemas.microsoft.com/office/drawing/2014/main" id="{4FBEA58D-B742-4DB4-AF2B-A75586FE93E1}"/>
              </a:ext>
            </a:extLst>
          </p:cNvPr>
          <p:cNvSpPr>
            <a:spLocks noGrp="1"/>
          </p:cNvSpPr>
          <p:nvPr>
            <p:ph type="ftr" sz="quarter" idx="3"/>
          </p:nvPr>
        </p:nvSpPr>
        <p:spPr>
          <a:xfrm>
            <a:off x="719138" y="6207054"/>
            <a:ext cx="4114800" cy="365125"/>
          </a:xfrm>
          <a:prstGeom prst="rect">
            <a:avLst/>
          </a:prstGeom>
        </p:spPr>
        <p:txBody>
          <a:bodyPr vert="horz" lIns="91440" tIns="45720" rIns="91440" bIns="45720" rtlCol="0" anchor="ctr"/>
          <a:lstStyle>
            <a:lvl1pPr algn="l">
              <a:defRPr sz="1200" b="1">
                <a:solidFill>
                  <a:schemeClr val="bg1"/>
                </a:solidFill>
                <a:latin typeface="+mj-lt"/>
              </a:defRPr>
            </a:lvl1pPr>
          </a:lstStyle>
          <a:p>
            <a:endParaRPr lang="nl-NL" dirty="0"/>
          </a:p>
        </p:txBody>
      </p:sp>
      <p:sp>
        <p:nvSpPr>
          <p:cNvPr id="16" name="Tijdelijke aanduiding voor tekst 15">
            <a:extLst>
              <a:ext uri="{FF2B5EF4-FFF2-40B4-BE49-F238E27FC236}">
                <a16:creationId xmlns:a16="http://schemas.microsoft.com/office/drawing/2014/main" id="{EDB067AC-D5B6-36D1-B9B7-F13646637C47}"/>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789398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versie 9">
    <p:bg>
      <p:bgPr>
        <a:solidFill>
          <a:schemeClr val="accent6"/>
        </a:solidFill>
        <a:effectLst/>
      </p:bgPr>
    </p:bg>
    <p:spTree>
      <p:nvGrpSpPr>
        <p:cNvPr id="1" name=""/>
        <p:cNvGrpSpPr/>
        <p:nvPr/>
      </p:nvGrpSpPr>
      <p:grpSpPr>
        <a:xfrm>
          <a:off x="0" y="0"/>
          <a:ext cx="0" cy="0"/>
          <a:chOff x="0" y="0"/>
          <a:chExt cx="0" cy="0"/>
        </a:xfrm>
      </p:grpSpPr>
      <p:sp>
        <p:nvSpPr>
          <p:cNvPr id="10" name="Vrije vorm 7">
            <a:extLst>
              <a:ext uri="{FF2B5EF4-FFF2-40B4-BE49-F238E27FC236}">
                <a16:creationId xmlns:a16="http://schemas.microsoft.com/office/drawing/2014/main" id="{B9DFECF6-8EA2-10D0-EC91-743A06F9C6F1}"/>
              </a:ext>
            </a:extLst>
          </p:cNvPr>
          <p:cNvSpPr/>
          <p:nvPr userDrawn="1"/>
        </p:nvSpPr>
        <p:spPr>
          <a:xfrm>
            <a:off x="-10511" y="0"/>
            <a:ext cx="5686187" cy="6855292"/>
          </a:xfrm>
          <a:custGeom>
            <a:avLst/>
            <a:gdLst>
              <a:gd name="connsiteX0" fmla="*/ 0 w 11375549"/>
              <a:gd name="connsiteY0" fmla="*/ 0 h 13714413"/>
              <a:gd name="connsiteX1" fmla="*/ 9781720 w 11375549"/>
              <a:gd name="connsiteY1" fmla="*/ 0 h 13714413"/>
              <a:gd name="connsiteX2" fmla="*/ 11342132 w 11375549"/>
              <a:gd name="connsiteY2" fmla="*/ 1915867 h 13714413"/>
              <a:gd name="connsiteX3" fmla="*/ 8921594 w 11375549"/>
              <a:gd name="connsiteY3" fmla="*/ 13714413 h 13714413"/>
              <a:gd name="connsiteX4" fmla="*/ 0 w 11375549"/>
              <a:gd name="connsiteY4" fmla="*/ 13714413 h 13714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75549" h="13714413">
                <a:moveTo>
                  <a:pt x="0" y="0"/>
                </a:moveTo>
                <a:lnTo>
                  <a:pt x="9781720" y="0"/>
                </a:lnTo>
                <a:cubicBezTo>
                  <a:pt x="10789551" y="0"/>
                  <a:pt x="11546211" y="926526"/>
                  <a:pt x="11342132" y="1915867"/>
                </a:cubicBezTo>
                <a:lnTo>
                  <a:pt x="8921594" y="13714413"/>
                </a:lnTo>
                <a:lnTo>
                  <a:pt x="0" y="1371441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sp>
        <p:nvSpPr>
          <p:cNvPr id="11" name="Vrije vorm 11">
            <a:extLst>
              <a:ext uri="{FF2B5EF4-FFF2-40B4-BE49-F238E27FC236}">
                <a16:creationId xmlns:a16="http://schemas.microsoft.com/office/drawing/2014/main" id="{51627BD7-C0D5-2A0C-3CD7-69563061975F}"/>
              </a:ext>
            </a:extLst>
          </p:cNvPr>
          <p:cNvSpPr/>
          <p:nvPr userDrawn="1"/>
        </p:nvSpPr>
        <p:spPr>
          <a:xfrm>
            <a:off x="-10511" y="2507504"/>
            <a:ext cx="3970965" cy="4348581"/>
          </a:xfrm>
          <a:custGeom>
            <a:avLst/>
            <a:gdLst>
              <a:gd name="connsiteX0" fmla="*/ 0 w 7944148"/>
              <a:gd name="connsiteY0" fmla="*/ 0 h 8699592"/>
              <a:gd name="connsiteX1" fmla="*/ 6791892 w 7944148"/>
              <a:gd name="connsiteY1" fmla="*/ 0 h 8699592"/>
              <a:gd name="connsiteX2" fmla="*/ 7919989 w 7944148"/>
              <a:gd name="connsiteY2" fmla="*/ 1385072 h 8699592"/>
              <a:gd name="connsiteX3" fmla="*/ 6419374 w 7944148"/>
              <a:gd name="connsiteY3" fmla="*/ 8699592 h 8699592"/>
              <a:gd name="connsiteX4" fmla="*/ 0 w 7944148"/>
              <a:gd name="connsiteY4" fmla="*/ 8699592 h 8699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4148" h="8699592">
                <a:moveTo>
                  <a:pt x="0" y="0"/>
                </a:moveTo>
                <a:lnTo>
                  <a:pt x="6791892" y="0"/>
                </a:lnTo>
                <a:cubicBezTo>
                  <a:pt x="7520503" y="0"/>
                  <a:pt x="8067528" y="669830"/>
                  <a:pt x="7919989" y="1385072"/>
                </a:cubicBezTo>
                <a:lnTo>
                  <a:pt x="6419374" y="8699592"/>
                </a:lnTo>
                <a:lnTo>
                  <a:pt x="0" y="86995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sp>
        <p:nvSpPr>
          <p:cNvPr id="12" name="Vrije vorm 16">
            <a:extLst>
              <a:ext uri="{FF2B5EF4-FFF2-40B4-BE49-F238E27FC236}">
                <a16:creationId xmlns:a16="http://schemas.microsoft.com/office/drawing/2014/main" id="{8456D3BF-7339-05F9-5AAD-55F78A5436FE}"/>
              </a:ext>
            </a:extLst>
          </p:cNvPr>
          <p:cNvSpPr/>
          <p:nvPr userDrawn="1"/>
        </p:nvSpPr>
        <p:spPr>
          <a:xfrm>
            <a:off x="-10511" y="5337638"/>
            <a:ext cx="2325350" cy="1517654"/>
          </a:xfrm>
          <a:custGeom>
            <a:avLst/>
            <a:gdLst>
              <a:gd name="connsiteX0" fmla="*/ 0 w 4651999"/>
              <a:gd name="connsiteY0" fmla="*/ 0 h 3036156"/>
              <a:gd name="connsiteX1" fmla="*/ 3996374 w 4651999"/>
              <a:gd name="connsiteY1" fmla="*/ 0 h 3036156"/>
              <a:gd name="connsiteX2" fmla="*/ 4638254 w 4651999"/>
              <a:gd name="connsiteY2" fmla="*/ 788094 h 3036156"/>
              <a:gd name="connsiteX3" fmla="*/ 4177051 w 4651999"/>
              <a:gd name="connsiteY3" fmla="*/ 3036156 h 3036156"/>
              <a:gd name="connsiteX4" fmla="*/ 0 w 4651999"/>
              <a:gd name="connsiteY4" fmla="*/ 3036156 h 3036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1999" h="3036156">
                <a:moveTo>
                  <a:pt x="0" y="0"/>
                </a:moveTo>
                <a:lnTo>
                  <a:pt x="3996374" y="0"/>
                </a:lnTo>
                <a:cubicBezTo>
                  <a:pt x="4410949" y="0"/>
                  <a:pt x="4722201" y="381128"/>
                  <a:pt x="4638254" y="788094"/>
                </a:cubicBezTo>
                <a:lnTo>
                  <a:pt x="4177051" y="3036156"/>
                </a:lnTo>
                <a:lnTo>
                  <a:pt x="0" y="303615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NL" b="0" i="0" dirty="0">
              <a:latin typeface="Arial" panose="020B0604020202020204" pitchFamily="34" charset="0"/>
            </a:endParaRPr>
          </a:p>
        </p:txBody>
      </p:sp>
      <p:sp>
        <p:nvSpPr>
          <p:cNvPr id="4" name="Rechthoek 3">
            <a:extLst>
              <a:ext uri="{FF2B5EF4-FFF2-40B4-BE49-F238E27FC236}">
                <a16:creationId xmlns:a16="http://schemas.microsoft.com/office/drawing/2014/main" id="{59947DDA-77F5-71AF-F58A-9A8CA8163B4A}"/>
              </a:ext>
            </a:extLst>
          </p:cNvPr>
          <p:cNvSpPr/>
          <p:nvPr userDrawn="1"/>
        </p:nvSpPr>
        <p:spPr>
          <a:xfrm>
            <a:off x="0" y="-425941"/>
            <a:ext cx="121187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Agenda versie 9</a:t>
            </a:r>
          </a:p>
        </p:txBody>
      </p:sp>
      <p:sp>
        <p:nvSpPr>
          <p:cNvPr id="8" name="Tijdelijke aanduiding voor tekst 6">
            <a:extLst>
              <a:ext uri="{FF2B5EF4-FFF2-40B4-BE49-F238E27FC236}">
                <a16:creationId xmlns:a16="http://schemas.microsoft.com/office/drawing/2014/main" id="{10889139-A3D5-244B-AFD5-B3BF5CE73C0F}"/>
              </a:ext>
            </a:extLst>
          </p:cNvPr>
          <p:cNvSpPr>
            <a:spLocks noGrp="1"/>
          </p:cNvSpPr>
          <p:nvPr userDrawn="1">
            <p:ph type="body" sz="quarter" idx="21" hasCustomPrompt="1"/>
          </p:nvPr>
        </p:nvSpPr>
        <p:spPr>
          <a:xfrm>
            <a:off x="6264876" y="1090613"/>
            <a:ext cx="5206397" cy="4751387"/>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3" name="Titel 1">
            <a:extLst>
              <a:ext uri="{FF2B5EF4-FFF2-40B4-BE49-F238E27FC236}">
                <a16:creationId xmlns:a16="http://schemas.microsoft.com/office/drawing/2014/main" id="{EC197ED8-3397-568A-4E86-5CF8A48B4040}"/>
              </a:ext>
            </a:extLst>
          </p:cNvPr>
          <p:cNvSpPr>
            <a:spLocks noGrp="1"/>
          </p:cNvSpPr>
          <p:nvPr>
            <p:ph type="ctrTitle" hasCustomPrompt="1"/>
          </p:nvPr>
        </p:nvSpPr>
        <p:spPr>
          <a:xfrm>
            <a:off x="703640" y="719138"/>
            <a:ext cx="4568156" cy="2490593"/>
          </a:xfrm>
        </p:spPr>
        <p:txBody>
          <a:bodyPr anchor="t"/>
          <a:lstStyle>
            <a:lvl1pPr algn="l">
              <a:lnSpc>
                <a:spcPct val="80000"/>
              </a:lnSpc>
              <a:defRPr sz="7200" b="1" i="1">
                <a:solidFill>
                  <a:schemeClr val="bg1"/>
                </a:solidFill>
              </a:defRPr>
            </a:lvl1pPr>
          </a:lstStyle>
          <a:p>
            <a:r>
              <a:rPr lang="nl-NL" noProof="0" dirty="0"/>
              <a:t>KLIK OM </a:t>
            </a:r>
            <a:br>
              <a:rPr lang="nl-NL" noProof="0" dirty="0"/>
            </a:br>
            <a:r>
              <a:rPr lang="nl-NL" noProof="0" dirty="0"/>
              <a:t>TITEL TE </a:t>
            </a:r>
            <a:br>
              <a:rPr lang="nl-NL" noProof="0" dirty="0"/>
            </a:br>
            <a:r>
              <a:rPr lang="nl-NL" noProof="0" dirty="0"/>
              <a:t>BEWERKEN</a:t>
            </a:r>
          </a:p>
        </p:txBody>
      </p:sp>
      <p:sp>
        <p:nvSpPr>
          <p:cNvPr id="5" name="Tijdelijke aanduiding voor datum 3">
            <a:extLst>
              <a:ext uri="{FF2B5EF4-FFF2-40B4-BE49-F238E27FC236}">
                <a16:creationId xmlns:a16="http://schemas.microsoft.com/office/drawing/2014/main" id="{F7DC23CB-A636-0350-510D-660A707D8563}"/>
              </a:ext>
            </a:extLst>
          </p:cNvPr>
          <p:cNvSpPr>
            <a:spLocks noGrp="1"/>
          </p:cNvSpPr>
          <p:nvPr>
            <p:ph type="dt" sz="half" idx="2"/>
          </p:nvPr>
        </p:nvSpPr>
        <p:spPr>
          <a:xfrm>
            <a:off x="9330612" y="6207054"/>
            <a:ext cx="1179613" cy="365125"/>
          </a:xfrm>
          <a:prstGeom prst="rect">
            <a:avLst/>
          </a:prstGeom>
        </p:spPr>
        <p:txBody>
          <a:bodyPr vert="horz" lIns="91440" tIns="45720" rIns="91440" bIns="45720" rtlCol="0" anchor="ctr"/>
          <a:lstStyle>
            <a:lvl1pPr algn="l">
              <a:defRPr sz="1200" b="1">
                <a:solidFill>
                  <a:schemeClr val="bg1"/>
                </a:solidFill>
                <a:latin typeface="+mj-lt"/>
              </a:defRPr>
            </a:lvl1pPr>
          </a:lstStyle>
          <a:p>
            <a:endParaRPr lang="nl-NL" dirty="0"/>
          </a:p>
        </p:txBody>
      </p:sp>
      <p:sp>
        <p:nvSpPr>
          <p:cNvPr id="7" name="Tijdelijke aanduiding voor voettekst 4">
            <a:extLst>
              <a:ext uri="{FF2B5EF4-FFF2-40B4-BE49-F238E27FC236}">
                <a16:creationId xmlns:a16="http://schemas.microsoft.com/office/drawing/2014/main" id="{5DDD222C-22CE-203F-F911-EE944C060460}"/>
              </a:ext>
            </a:extLst>
          </p:cNvPr>
          <p:cNvSpPr>
            <a:spLocks noGrp="1"/>
          </p:cNvSpPr>
          <p:nvPr>
            <p:ph type="ftr" sz="quarter" idx="3"/>
          </p:nvPr>
        </p:nvSpPr>
        <p:spPr>
          <a:xfrm>
            <a:off x="719138" y="6207054"/>
            <a:ext cx="4114800" cy="365125"/>
          </a:xfrm>
          <a:prstGeom prst="rect">
            <a:avLst/>
          </a:prstGeom>
        </p:spPr>
        <p:txBody>
          <a:bodyPr vert="horz" lIns="91440" tIns="45720" rIns="91440" bIns="45720" rtlCol="0" anchor="ctr"/>
          <a:lstStyle>
            <a:lvl1pPr algn="l">
              <a:defRPr sz="1200" b="1">
                <a:solidFill>
                  <a:schemeClr val="bg1"/>
                </a:solidFill>
                <a:latin typeface="+mj-lt"/>
              </a:defRPr>
            </a:lvl1pPr>
          </a:lstStyle>
          <a:p>
            <a:endParaRPr lang="nl-NL" dirty="0"/>
          </a:p>
        </p:txBody>
      </p:sp>
      <p:sp>
        <p:nvSpPr>
          <p:cNvPr id="6" name="Tijdelijke aanduiding voor tekst 5">
            <a:extLst>
              <a:ext uri="{FF2B5EF4-FFF2-40B4-BE49-F238E27FC236}">
                <a16:creationId xmlns:a16="http://schemas.microsoft.com/office/drawing/2014/main" id="{F43C7261-B1C7-C372-338D-DE0E10408041}"/>
              </a:ext>
            </a:extLst>
          </p:cNvPr>
          <p:cNvSpPr>
            <a:spLocks noGrp="1"/>
          </p:cNvSpPr>
          <p:nvPr>
            <p:ph type="body" sz="quarter" idx="25"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9" name="Tijdelijke aanduiding voor tekst 8">
            <a:extLst>
              <a:ext uri="{FF2B5EF4-FFF2-40B4-BE49-F238E27FC236}">
                <a16:creationId xmlns:a16="http://schemas.microsoft.com/office/drawing/2014/main" id="{9131A5C7-7503-7EA9-C35E-1E50B5D5C1EE}"/>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564124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83F0B72E-7162-D25A-FDA0-10B3C8B0823C}"/>
              </a:ext>
            </a:extLst>
          </p:cNvPr>
          <p:cNvSpPr/>
          <p:nvPr userDrawn="1"/>
        </p:nvSpPr>
        <p:spPr>
          <a:xfrm>
            <a:off x="0" y="-425941"/>
            <a:ext cx="53489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err="1">
                <a:solidFill>
                  <a:schemeClr val="accent1"/>
                </a:solidFill>
                <a:latin typeface="+mj-lt"/>
              </a:rPr>
              <a:t>Titeldia</a:t>
            </a:r>
            <a:endParaRPr lang="nl-NL" sz="1600" b="0" cap="none" baseline="0" noProof="0" dirty="0">
              <a:solidFill>
                <a:schemeClr val="accent1"/>
              </a:solidFill>
              <a:latin typeface="+mj-lt"/>
            </a:endParaRPr>
          </a:p>
        </p:txBody>
      </p:sp>
      <p:sp>
        <p:nvSpPr>
          <p:cNvPr id="6" name="Tijdelijke aanduiding voor tekst 14">
            <a:extLst>
              <a:ext uri="{FF2B5EF4-FFF2-40B4-BE49-F238E27FC236}">
                <a16:creationId xmlns:a16="http://schemas.microsoft.com/office/drawing/2014/main" id="{B5496FDB-1AD0-9F2A-50B7-67B62DBD7618}"/>
              </a:ext>
            </a:extLst>
          </p:cNvPr>
          <p:cNvSpPr>
            <a:spLocks noGrp="1"/>
          </p:cNvSpPr>
          <p:nvPr>
            <p:ph type="body" sz="quarter" idx="23" hasCustomPrompt="1"/>
          </p:nvPr>
        </p:nvSpPr>
        <p:spPr>
          <a:xfrm>
            <a:off x="719138" y="2018534"/>
            <a:ext cx="10751274" cy="1330062"/>
          </a:xfrm>
        </p:spPr>
        <p:txBody>
          <a:bodyPr anchor="ctr"/>
          <a:lstStyle>
            <a:lvl1pPr marL="0" indent="0" algn="ctr">
              <a:buNone/>
              <a:defRPr sz="6000" b="1" i="1">
                <a:solidFill>
                  <a:schemeClr val="tx1"/>
                </a:solidFill>
                <a:latin typeface="+mj-lt"/>
              </a:defRPr>
            </a:lvl1pPr>
          </a:lstStyle>
          <a:p>
            <a:pPr lvl="0"/>
            <a:r>
              <a:rPr lang="nl-NL" dirty="0"/>
              <a:t>KLIK OM TITEL TE BEWERKEN</a:t>
            </a:r>
          </a:p>
        </p:txBody>
      </p:sp>
      <p:sp>
        <p:nvSpPr>
          <p:cNvPr id="7" name="Tijdelijke aanduiding voor tekst 6">
            <a:extLst>
              <a:ext uri="{FF2B5EF4-FFF2-40B4-BE49-F238E27FC236}">
                <a16:creationId xmlns:a16="http://schemas.microsoft.com/office/drawing/2014/main" id="{BBC16DAB-E5D3-3D8A-D3BA-A67C56EEC3B7}"/>
              </a:ext>
            </a:extLst>
          </p:cNvPr>
          <p:cNvSpPr>
            <a:spLocks noGrp="1"/>
          </p:cNvSpPr>
          <p:nvPr>
            <p:ph type="body" sz="quarter" idx="21" hasCustomPrompt="1"/>
          </p:nvPr>
        </p:nvSpPr>
        <p:spPr>
          <a:xfrm>
            <a:off x="732032" y="3429000"/>
            <a:ext cx="10739241" cy="1667565"/>
          </a:xfrm>
        </p:spPr>
        <p:txBody>
          <a:bodyPr anchor="t"/>
          <a:lstStyle>
            <a:lvl1pPr marL="0" indent="0" algn="ctr">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lgn="ct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jdelijke aanduiding voor tekst 1">
            <a:extLst>
              <a:ext uri="{FF2B5EF4-FFF2-40B4-BE49-F238E27FC236}">
                <a16:creationId xmlns:a16="http://schemas.microsoft.com/office/drawing/2014/main" id="{A2F3827F-B524-4EB1-DC10-3AA7966E1198}"/>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8" name="Tijdelijke aanduiding voor tekst 7">
            <a:extLst>
              <a:ext uri="{FF2B5EF4-FFF2-40B4-BE49-F238E27FC236}">
                <a16:creationId xmlns:a16="http://schemas.microsoft.com/office/drawing/2014/main" id="{5F929256-D54B-583F-AF5B-E6C2381E8AF0}"/>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164550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ege dia">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737CD9FF-BA73-4A5A-D00C-92A793907255}"/>
              </a:ext>
            </a:extLst>
          </p:cNvPr>
          <p:cNvSpPr>
            <a:spLocks noGrp="1"/>
          </p:cNvSpPr>
          <p:nvPr>
            <p:ph type="ctrTitle" hasCustomPrompt="1"/>
          </p:nvPr>
        </p:nvSpPr>
        <p:spPr>
          <a:xfrm>
            <a:off x="703639" y="719138"/>
            <a:ext cx="10767635" cy="873125"/>
          </a:xfrm>
        </p:spPr>
        <p:txBody>
          <a:bodyPr anchor="t"/>
          <a:lstStyle>
            <a:lvl1pPr algn="l">
              <a:lnSpc>
                <a:spcPct val="80000"/>
              </a:lnSpc>
              <a:defRPr sz="4800" b="1" i="1">
                <a:solidFill>
                  <a:schemeClr val="tx1"/>
                </a:solidFill>
              </a:defRPr>
            </a:lvl1pPr>
          </a:lstStyle>
          <a:p>
            <a:r>
              <a:rPr lang="nl-NL" noProof="0" dirty="0"/>
              <a:t>TITEL BEWERKEN</a:t>
            </a:r>
          </a:p>
        </p:txBody>
      </p:sp>
      <p:sp>
        <p:nvSpPr>
          <p:cNvPr id="4" name="Tijdelijke aanduiding voor tekst 6">
            <a:extLst>
              <a:ext uri="{FF2B5EF4-FFF2-40B4-BE49-F238E27FC236}">
                <a16:creationId xmlns:a16="http://schemas.microsoft.com/office/drawing/2014/main" id="{F8AAD918-A36D-7336-B863-9F46E3EADE4E}"/>
              </a:ext>
            </a:extLst>
          </p:cNvPr>
          <p:cNvSpPr>
            <a:spLocks noGrp="1"/>
          </p:cNvSpPr>
          <p:nvPr>
            <p:ph type="body" sz="quarter" idx="21" hasCustomPrompt="1"/>
          </p:nvPr>
        </p:nvSpPr>
        <p:spPr>
          <a:xfrm>
            <a:off x="719138" y="1592263"/>
            <a:ext cx="10752135" cy="4249737"/>
          </a:xfrm>
        </p:spPr>
        <p:txBody>
          <a:bodyPr/>
          <a:lstStyle>
            <a:lvl1pPr marL="0" indent="0">
              <a:buClr>
                <a:schemeClr val="tx1"/>
              </a:buClr>
              <a:buFont typeface="Arial" panose="020B0604020202020204" pitchFamily="34" charset="0"/>
              <a:buNone/>
              <a:defRPr sz="1600">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sz="1600">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6" name="Rechthoek 5">
            <a:extLst>
              <a:ext uri="{FF2B5EF4-FFF2-40B4-BE49-F238E27FC236}">
                <a16:creationId xmlns:a16="http://schemas.microsoft.com/office/drawing/2014/main" id="{F7FA0D50-9F3F-EA2A-36A4-0C57A170EED6}"/>
              </a:ext>
            </a:extLst>
          </p:cNvPr>
          <p:cNvSpPr/>
          <p:nvPr userDrawn="1"/>
        </p:nvSpPr>
        <p:spPr>
          <a:xfrm>
            <a:off x="0" y="-425941"/>
            <a:ext cx="923907"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Tekst slide 2</a:t>
            </a:r>
          </a:p>
        </p:txBody>
      </p:sp>
      <p:sp>
        <p:nvSpPr>
          <p:cNvPr id="5" name="Tijdelijke aanduiding voor tekst 4">
            <a:extLst>
              <a:ext uri="{FF2B5EF4-FFF2-40B4-BE49-F238E27FC236}">
                <a16:creationId xmlns:a16="http://schemas.microsoft.com/office/drawing/2014/main" id="{62E9225E-C6F0-BB82-D702-2291CCF53719}"/>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69" name="Tijdelijke aanduiding voor tekst 68">
            <a:extLst>
              <a:ext uri="{FF2B5EF4-FFF2-40B4-BE49-F238E27FC236}">
                <a16:creationId xmlns:a16="http://schemas.microsoft.com/office/drawing/2014/main" id="{28E3218B-C3DF-9473-C85A-BFE91C715C83}"/>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996653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Lege dia">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737CD9FF-BA73-4A5A-D00C-92A793907255}"/>
              </a:ext>
            </a:extLst>
          </p:cNvPr>
          <p:cNvSpPr>
            <a:spLocks noGrp="1"/>
          </p:cNvSpPr>
          <p:nvPr>
            <p:ph type="ctrTitle" hasCustomPrompt="1"/>
          </p:nvPr>
        </p:nvSpPr>
        <p:spPr>
          <a:xfrm>
            <a:off x="703639" y="719138"/>
            <a:ext cx="10767635" cy="873125"/>
          </a:xfrm>
        </p:spPr>
        <p:txBody>
          <a:bodyPr anchor="t"/>
          <a:lstStyle>
            <a:lvl1pPr algn="l">
              <a:lnSpc>
                <a:spcPct val="80000"/>
              </a:lnSpc>
              <a:defRPr sz="4800" b="1" i="1">
                <a:solidFill>
                  <a:schemeClr val="tx1"/>
                </a:solidFill>
              </a:defRPr>
            </a:lvl1pPr>
          </a:lstStyle>
          <a:p>
            <a:r>
              <a:rPr lang="nl-NL" noProof="0" dirty="0"/>
              <a:t>TITEL BEWERKEN</a:t>
            </a:r>
          </a:p>
        </p:txBody>
      </p:sp>
      <p:sp>
        <p:nvSpPr>
          <p:cNvPr id="4" name="Tijdelijke aanduiding voor tekst 6">
            <a:extLst>
              <a:ext uri="{FF2B5EF4-FFF2-40B4-BE49-F238E27FC236}">
                <a16:creationId xmlns:a16="http://schemas.microsoft.com/office/drawing/2014/main" id="{F8AAD918-A36D-7336-B863-9F46E3EADE4E}"/>
              </a:ext>
            </a:extLst>
          </p:cNvPr>
          <p:cNvSpPr>
            <a:spLocks noGrp="1"/>
          </p:cNvSpPr>
          <p:nvPr>
            <p:ph type="body" sz="quarter" idx="21" hasCustomPrompt="1"/>
          </p:nvPr>
        </p:nvSpPr>
        <p:spPr>
          <a:xfrm>
            <a:off x="719138" y="1592263"/>
            <a:ext cx="10752135" cy="4249737"/>
          </a:xfrm>
        </p:spPr>
        <p:txBody>
          <a:bodyPr/>
          <a:lstStyle>
            <a:lvl1pPr marL="0" indent="0">
              <a:buClr>
                <a:schemeClr val="tx1"/>
              </a:buClr>
              <a:buFont typeface="Arial" panose="020B0604020202020204" pitchFamily="34" charset="0"/>
              <a:buNone/>
              <a:defRPr sz="2800">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sz="2800">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6" name="Rechthoek 5">
            <a:extLst>
              <a:ext uri="{FF2B5EF4-FFF2-40B4-BE49-F238E27FC236}">
                <a16:creationId xmlns:a16="http://schemas.microsoft.com/office/drawing/2014/main" id="{F7FA0D50-9F3F-EA2A-36A4-0C57A170EED6}"/>
              </a:ext>
            </a:extLst>
          </p:cNvPr>
          <p:cNvSpPr/>
          <p:nvPr userDrawn="1"/>
        </p:nvSpPr>
        <p:spPr>
          <a:xfrm>
            <a:off x="0" y="-425941"/>
            <a:ext cx="87742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Tekstslide 1</a:t>
            </a:r>
          </a:p>
        </p:txBody>
      </p:sp>
      <p:sp>
        <p:nvSpPr>
          <p:cNvPr id="5" name="Tijdelijke aanduiding voor tekst 4">
            <a:extLst>
              <a:ext uri="{FF2B5EF4-FFF2-40B4-BE49-F238E27FC236}">
                <a16:creationId xmlns:a16="http://schemas.microsoft.com/office/drawing/2014/main" id="{DEB66C52-9A38-4297-838E-BC33A58551DF}"/>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69" name="Tijdelijke aanduiding voor tekst 68">
            <a:extLst>
              <a:ext uri="{FF2B5EF4-FFF2-40B4-BE49-F238E27FC236}">
                <a16:creationId xmlns:a16="http://schemas.microsoft.com/office/drawing/2014/main" id="{772A1779-2063-39F5-E4F8-68C742E9F2E1}"/>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52656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eldia - Rood">
    <p:bg>
      <p:bgPr>
        <a:solidFill>
          <a:schemeClr val="accent1"/>
        </a:solidFill>
        <a:effectLst/>
      </p:bgPr>
    </p:bg>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83F0B72E-7162-D25A-FDA0-10B3C8B0823C}"/>
              </a:ext>
            </a:extLst>
          </p:cNvPr>
          <p:cNvSpPr/>
          <p:nvPr userDrawn="1"/>
        </p:nvSpPr>
        <p:spPr>
          <a:xfrm>
            <a:off x="0" y="-425941"/>
            <a:ext cx="1084721"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err="1">
                <a:solidFill>
                  <a:schemeClr val="accent1"/>
                </a:solidFill>
                <a:latin typeface="+mj-lt"/>
              </a:rPr>
              <a:t>Titeldia</a:t>
            </a:r>
            <a:r>
              <a:rPr lang="nl-NL" sz="1600" b="0" cap="none" baseline="0" noProof="0" dirty="0">
                <a:solidFill>
                  <a:schemeClr val="accent1"/>
                </a:solidFill>
                <a:latin typeface="+mj-lt"/>
              </a:rPr>
              <a:t> - Rood</a:t>
            </a:r>
          </a:p>
        </p:txBody>
      </p:sp>
      <p:sp>
        <p:nvSpPr>
          <p:cNvPr id="6" name="Tijdelijke aanduiding voor tekst 14">
            <a:extLst>
              <a:ext uri="{FF2B5EF4-FFF2-40B4-BE49-F238E27FC236}">
                <a16:creationId xmlns:a16="http://schemas.microsoft.com/office/drawing/2014/main" id="{B5496FDB-1AD0-9F2A-50B7-67B62DBD7618}"/>
              </a:ext>
            </a:extLst>
          </p:cNvPr>
          <p:cNvSpPr>
            <a:spLocks noGrp="1"/>
          </p:cNvSpPr>
          <p:nvPr>
            <p:ph type="body" sz="quarter" idx="23" hasCustomPrompt="1"/>
          </p:nvPr>
        </p:nvSpPr>
        <p:spPr>
          <a:xfrm>
            <a:off x="719138" y="2018534"/>
            <a:ext cx="10751274" cy="1330062"/>
          </a:xfrm>
        </p:spPr>
        <p:txBody>
          <a:bodyPr anchor="ctr"/>
          <a:lstStyle>
            <a:lvl1pPr marL="0" indent="0" algn="ctr">
              <a:buNone/>
              <a:defRPr sz="6000" b="1" i="1">
                <a:solidFill>
                  <a:schemeClr val="bg1"/>
                </a:solidFill>
                <a:latin typeface="+mj-lt"/>
              </a:defRPr>
            </a:lvl1pPr>
          </a:lstStyle>
          <a:p>
            <a:pPr lvl="0"/>
            <a:r>
              <a:rPr lang="nl-NL" dirty="0"/>
              <a:t>KLIK OM TITEL TE BEWERKEN</a:t>
            </a:r>
          </a:p>
        </p:txBody>
      </p:sp>
      <p:sp>
        <p:nvSpPr>
          <p:cNvPr id="7" name="Tijdelijke aanduiding voor tekst 6">
            <a:extLst>
              <a:ext uri="{FF2B5EF4-FFF2-40B4-BE49-F238E27FC236}">
                <a16:creationId xmlns:a16="http://schemas.microsoft.com/office/drawing/2014/main" id="{BBC16DAB-E5D3-3D8A-D3BA-A67C56EEC3B7}"/>
              </a:ext>
            </a:extLst>
          </p:cNvPr>
          <p:cNvSpPr>
            <a:spLocks noGrp="1"/>
          </p:cNvSpPr>
          <p:nvPr>
            <p:ph type="body" sz="quarter" idx="21" hasCustomPrompt="1"/>
          </p:nvPr>
        </p:nvSpPr>
        <p:spPr>
          <a:xfrm>
            <a:off x="732032" y="3429000"/>
            <a:ext cx="10739241" cy="1667565"/>
          </a:xfrm>
        </p:spPr>
        <p:txBody>
          <a:bodyPr anchor="t"/>
          <a:lstStyle>
            <a:lvl1pPr marL="0" indent="0" algn="ctr">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lgn="ct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5" name="Tijdelijke aanduiding voor tekst 4">
            <a:extLst>
              <a:ext uri="{FF2B5EF4-FFF2-40B4-BE49-F238E27FC236}">
                <a16:creationId xmlns:a16="http://schemas.microsoft.com/office/drawing/2014/main" id="{8DC4B799-D39D-5263-8400-44682AF1AB1C}"/>
              </a:ext>
            </a:extLst>
          </p:cNvPr>
          <p:cNvSpPr>
            <a:spLocks noGrp="1"/>
          </p:cNvSpPr>
          <p:nvPr>
            <p:ph type="body" sz="quarter" idx="25"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8" name="Tijdelijke aanduiding voor tekst 7">
            <a:extLst>
              <a:ext uri="{FF2B5EF4-FFF2-40B4-BE49-F238E27FC236}">
                <a16:creationId xmlns:a16="http://schemas.microsoft.com/office/drawing/2014/main" id="{7CC52957-AEDD-CDF4-719E-69B2199A76A9}"/>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96956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el en object/tekst">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541B53C-EDA7-4445-8B1E-7C9991C20FEA}"/>
              </a:ext>
            </a:extLst>
          </p:cNvPr>
          <p:cNvSpPr>
            <a:spLocks noGrp="1"/>
          </p:cNvSpPr>
          <p:nvPr>
            <p:ph type="title" hasCustomPrompt="1"/>
          </p:nvPr>
        </p:nvSpPr>
        <p:spPr>
          <a:xfrm>
            <a:off x="719999" y="720000"/>
            <a:ext cx="10753200" cy="369025"/>
          </a:xfrm>
        </p:spPr>
        <p:txBody>
          <a:bodyPr/>
          <a:lstStyle>
            <a:lvl1pPr>
              <a:defRPr i="1">
                <a:solidFill>
                  <a:schemeClr val="tx1"/>
                </a:solidFill>
              </a:defRPr>
            </a:lvl1pPr>
          </a:lstStyle>
          <a:p>
            <a:r>
              <a:rPr lang="nl-NL" noProof="0" dirty="0"/>
              <a:t>PLAATS HIER JE TITEL</a:t>
            </a:r>
            <a:endParaRPr lang="nl-NL" dirty="0"/>
          </a:p>
        </p:txBody>
      </p:sp>
      <p:sp>
        <p:nvSpPr>
          <p:cNvPr id="21" name="Rechthoek 20">
            <a:extLst>
              <a:ext uri="{FF2B5EF4-FFF2-40B4-BE49-F238E27FC236}">
                <a16:creationId xmlns:a16="http://schemas.microsoft.com/office/drawing/2014/main" id="{8778B65F-BF88-4C17-8B7E-1110F69AEE26}"/>
              </a:ext>
            </a:extLst>
          </p:cNvPr>
          <p:cNvSpPr/>
          <p:nvPr userDrawn="1"/>
        </p:nvSpPr>
        <p:spPr>
          <a:xfrm>
            <a:off x="0" y="-425941"/>
            <a:ext cx="1440587"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Titel en object/tekst</a:t>
            </a:r>
          </a:p>
        </p:txBody>
      </p:sp>
      <p:sp>
        <p:nvSpPr>
          <p:cNvPr id="6" name="Tijdelijke aanduiding voor inhoud 2">
            <a:extLst>
              <a:ext uri="{FF2B5EF4-FFF2-40B4-BE49-F238E27FC236}">
                <a16:creationId xmlns:a16="http://schemas.microsoft.com/office/drawing/2014/main" id="{B6CEB530-53A8-2FA5-3E1F-63F9F6823F0F}"/>
              </a:ext>
            </a:extLst>
          </p:cNvPr>
          <p:cNvSpPr>
            <a:spLocks noGrp="1"/>
          </p:cNvSpPr>
          <p:nvPr>
            <p:ph sz="quarter" idx="23" hasCustomPrompt="1"/>
          </p:nvPr>
        </p:nvSpPr>
        <p:spPr>
          <a:xfrm>
            <a:off x="731837" y="1592263"/>
            <a:ext cx="10739438" cy="4249737"/>
          </a:xfrm>
        </p:spPr>
        <p:txBody>
          <a:bodyPr/>
          <a:lstStyle>
            <a:lvl1pPr marL="0" indent="0">
              <a:buFont typeface="Arial" panose="020B0604020202020204" pitchFamily="34" charset="0"/>
              <a:buNone/>
              <a:defRPr/>
            </a:lvl1pPr>
          </a:lstStyle>
          <a:p>
            <a:pPr lvl="0"/>
            <a:r>
              <a:rPr lang="nl-NL" dirty="0"/>
              <a:t>Plaats hier je tekst…</a:t>
            </a:r>
          </a:p>
        </p:txBody>
      </p:sp>
      <p:sp>
        <p:nvSpPr>
          <p:cNvPr id="2" name="Tijdelijke aanduiding voor tekst 1">
            <a:extLst>
              <a:ext uri="{FF2B5EF4-FFF2-40B4-BE49-F238E27FC236}">
                <a16:creationId xmlns:a16="http://schemas.microsoft.com/office/drawing/2014/main" id="{17AC7D81-1AB5-CF45-5FD5-3D44E038EE11}"/>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5" name="Tijdelijke aanduiding voor tekst 4">
            <a:extLst>
              <a:ext uri="{FF2B5EF4-FFF2-40B4-BE49-F238E27FC236}">
                <a16:creationId xmlns:a16="http://schemas.microsoft.com/office/drawing/2014/main" id="{DBDAFC60-8CB6-756C-FC38-B04E270A02E0}"/>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4189763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el en object/tekst - Rood">
    <p:bg>
      <p:bgPr>
        <a:solidFill>
          <a:schemeClr val="accent1"/>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541B53C-EDA7-4445-8B1E-7C9991C20FEA}"/>
              </a:ext>
            </a:extLst>
          </p:cNvPr>
          <p:cNvSpPr>
            <a:spLocks noGrp="1"/>
          </p:cNvSpPr>
          <p:nvPr>
            <p:ph type="title" hasCustomPrompt="1"/>
          </p:nvPr>
        </p:nvSpPr>
        <p:spPr>
          <a:xfrm>
            <a:off x="719999" y="720000"/>
            <a:ext cx="10753200" cy="369025"/>
          </a:xfrm>
        </p:spPr>
        <p:txBody>
          <a:bodyPr/>
          <a:lstStyle>
            <a:lvl1pPr>
              <a:defRPr i="1">
                <a:solidFill>
                  <a:schemeClr val="bg1"/>
                </a:solidFill>
              </a:defRPr>
            </a:lvl1pPr>
          </a:lstStyle>
          <a:p>
            <a:r>
              <a:rPr lang="nl-NL" noProof="0" dirty="0"/>
              <a:t>PLAATS HIER JE TITEL</a:t>
            </a:r>
            <a:endParaRPr lang="nl-NL" dirty="0"/>
          </a:p>
        </p:txBody>
      </p:sp>
      <p:sp>
        <p:nvSpPr>
          <p:cNvPr id="21" name="Rechthoek 20">
            <a:extLst>
              <a:ext uri="{FF2B5EF4-FFF2-40B4-BE49-F238E27FC236}">
                <a16:creationId xmlns:a16="http://schemas.microsoft.com/office/drawing/2014/main" id="{8778B65F-BF88-4C17-8B7E-1110F69AEE26}"/>
              </a:ext>
            </a:extLst>
          </p:cNvPr>
          <p:cNvSpPr/>
          <p:nvPr userDrawn="1"/>
        </p:nvSpPr>
        <p:spPr>
          <a:xfrm>
            <a:off x="0" y="-425941"/>
            <a:ext cx="1990417"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Titel en object/tekst - Rood</a:t>
            </a:r>
          </a:p>
        </p:txBody>
      </p:sp>
      <p:sp>
        <p:nvSpPr>
          <p:cNvPr id="6" name="Tijdelijke aanduiding voor inhoud 2">
            <a:extLst>
              <a:ext uri="{FF2B5EF4-FFF2-40B4-BE49-F238E27FC236}">
                <a16:creationId xmlns:a16="http://schemas.microsoft.com/office/drawing/2014/main" id="{B6CEB530-53A8-2FA5-3E1F-63F9F6823F0F}"/>
              </a:ext>
            </a:extLst>
          </p:cNvPr>
          <p:cNvSpPr>
            <a:spLocks noGrp="1"/>
          </p:cNvSpPr>
          <p:nvPr>
            <p:ph sz="quarter" idx="23" hasCustomPrompt="1"/>
          </p:nvPr>
        </p:nvSpPr>
        <p:spPr>
          <a:xfrm>
            <a:off x="731837" y="1592263"/>
            <a:ext cx="10739438" cy="4249737"/>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Plaats hier je tekst…</a:t>
            </a:r>
          </a:p>
        </p:txBody>
      </p:sp>
      <p:sp>
        <p:nvSpPr>
          <p:cNvPr id="3" name="Tijdelijke aanduiding voor tekst 2">
            <a:extLst>
              <a:ext uri="{FF2B5EF4-FFF2-40B4-BE49-F238E27FC236}">
                <a16:creationId xmlns:a16="http://schemas.microsoft.com/office/drawing/2014/main" id="{A482DC0D-6A60-35BF-CA1F-16C26522EA10}"/>
              </a:ext>
            </a:extLst>
          </p:cNvPr>
          <p:cNvSpPr>
            <a:spLocks noGrp="1"/>
          </p:cNvSpPr>
          <p:nvPr>
            <p:ph type="body" sz="quarter" idx="24"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5" name="Tijdelijke aanduiding voor tekst 4">
            <a:extLst>
              <a:ext uri="{FF2B5EF4-FFF2-40B4-BE49-F238E27FC236}">
                <a16:creationId xmlns:a16="http://schemas.microsoft.com/office/drawing/2014/main" id="{E638947F-B6DF-BC9E-A79F-B860DAF84813}"/>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4110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541B53C-EDA7-4445-8B1E-7C9991C20FEA}"/>
              </a:ext>
            </a:extLst>
          </p:cNvPr>
          <p:cNvSpPr>
            <a:spLocks noGrp="1"/>
          </p:cNvSpPr>
          <p:nvPr>
            <p:ph type="title" hasCustomPrompt="1"/>
          </p:nvPr>
        </p:nvSpPr>
        <p:spPr>
          <a:xfrm>
            <a:off x="719999" y="720000"/>
            <a:ext cx="10753200" cy="369025"/>
          </a:xfrm>
        </p:spPr>
        <p:txBody>
          <a:bodyPr/>
          <a:lstStyle>
            <a:lvl1pPr>
              <a:defRPr i="1">
                <a:solidFill>
                  <a:schemeClr val="tx1"/>
                </a:solidFill>
              </a:defRPr>
            </a:lvl1pPr>
          </a:lstStyle>
          <a:p>
            <a:r>
              <a:rPr lang="nl-NL" noProof="0" dirty="0"/>
              <a:t>PLAATS HIER JE TITEL</a:t>
            </a:r>
            <a:endParaRPr lang="nl-NL" dirty="0"/>
          </a:p>
        </p:txBody>
      </p:sp>
      <p:sp>
        <p:nvSpPr>
          <p:cNvPr id="21" name="Rechthoek 20">
            <a:extLst>
              <a:ext uri="{FF2B5EF4-FFF2-40B4-BE49-F238E27FC236}">
                <a16:creationId xmlns:a16="http://schemas.microsoft.com/office/drawing/2014/main" id="{8778B65F-BF88-4C17-8B7E-1110F69AEE26}"/>
              </a:ext>
            </a:extLst>
          </p:cNvPr>
          <p:cNvSpPr/>
          <p:nvPr userDrawn="1"/>
        </p:nvSpPr>
        <p:spPr>
          <a:xfrm>
            <a:off x="0" y="-425941"/>
            <a:ext cx="1229504"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Inhoud van twee</a:t>
            </a:r>
          </a:p>
        </p:txBody>
      </p:sp>
      <p:sp>
        <p:nvSpPr>
          <p:cNvPr id="3" name="Tijdelijke aanduiding voor inhoud 2">
            <a:extLst>
              <a:ext uri="{FF2B5EF4-FFF2-40B4-BE49-F238E27FC236}">
                <a16:creationId xmlns:a16="http://schemas.microsoft.com/office/drawing/2014/main" id="{4308D6FD-D0FD-E502-3259-EE12519F2AD5}"/>
              </a:ext>
            </a:extLst>
          </p:cNvPr>
          <p:cNvSpPr>
            <a:spLocks noGrp="1"/>
          </p:cNvSpPr>
          <p:nvPr>
            <p:ph sz="quarter" idx="23" hasCustomPrompt="1"/>
          </p:nvPr>
        </p:nvSpPr>
        <p:spPr>
          <a:xfrm>
            <a:off x="731837" y="1592263"/>
            <a:ext cx="5211763" cy="4249737"/>
          </a:xfrm>
        </p:spPr>
        <p:txBody>
          <a:bodyPr/>
          <a:lstStyle>
            <a:lvl1pPr marL="0" indent="0">
              <a:buFont typeface="Arial" panose="020B0604020202020204" pitchFamily="34" charset="0"/>
              <a:buNone/>
              <a:defRPr/>
            </a:lvl1pPr>
          </a:lstStyle>
          <a:p>
            <a:pPr lvl="0"/>
            <a:r>
              <a:rPr lang="nl-NL" dirty="0"/>
              <a:t>Plaats hier je tekst…</a:t>
            </a:r>
          </a:p>
        </p:txBody>
      </p:sp>
      <p:sp>
        <p:nvSpPr>
          <p:cNvPr id="6" name="Tijdelijke aanduiding voor inhoud 2">
            <a:extLst>
              <a:ext uri="{FF2B5EF4-FFF2-40B4-BE49-F238E27FC236}">
                <a16:creationId xmlns:a16="http://schemas.microsoft.com/office/drawing/2014/main" id="{42732472-E675-D41C-D27D-0E5EB1A0A95D}"/>
              </a:ext>
            </a:extLst>
          </p:cNvPr>
          <p:cNvSpPr>
            <a:spLocks noGrp="1"/>
          </p:cNvSpPr>
          <p:nvPr>
            <p:ph sz="quarter" idx="24" hasCustomPrompt="1"/>
          </p:nvPr>
        </p:nvSpPr>
        <p:spPr>
          <a:xfrm>
            <a:off x="6261436" y="1592263"/>
            <a:ext cx="5211763" cy="4249737"/>
          </a:xfrm>
        </p:spPr>
        <p:txBody>
          <a:bodyPr/>
          <a:lstStyle>
            <a:lvl1pPr marL="0" indent="0">
              <a:buNone/>
              <a:defRPr/>
            </a:lvl1pPr>
          </a:lstStyle>
          <a:p>
            <a:pPr lvl="0"/>
            <a:r>
              <a:rPr lang="nl-NL" dirty="0"/>
              <a:t>Plaats hier je tekst…</a:t>
            </a:r>
          </a:p>
        </p:txBody>
      </p:sp>
      <p:sp>
        <p:nvSpPr>
          <p:cNvPr id="2" name="Tijdelijke aanduiding voor tekst 1">
            <a:extLst>
              <a:ext uri="{FF2B5EF4-FFF2-40B4-BE49-F238E27FC236}">
                <a16:creationId xmlns:a16="http://schemas.microsoft.com/office/drawing/2014/main" id="{4225ECD2-794E-7D82-FF15-5544F3DE7551}"/>
              </a:ext>
            </a:extLst>
          </p:cNvPr>
          <p:cNvSpPr>
            <a:spLocks noGrp="1"/>
          </p:cNvSpPr>
          <p:nvPr>
            <p:ph type="body" sz="quarter" idx="25"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7" name="Tijdelijke aanduiding voor tekst 6">
            <a:extLst>
              <a:ext uri="{FF2B5EF4-FFF2-40B4-BE49-F238E27FC236}">
                <a16:creationId xmlns:a16="http://schemas.microsoft.com/office/drawing/2014/main" id="{6BD611C3-9093-D44E-211F-61655758476A}"/>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98639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nhoud van twee - Rood">
    <p:bg>
      <p:bgPr>
        <a:solidFill>
          <a:schemeClr val="accent1"/>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541B53C-EDA7-4445-8B1E-7C9991C20FEA}"/>
              </a:ext>
            </a:extLst>
          </p:cNvPr>
          <p:cNvSpPr>
            <a:spLocks noGrp="1"/>
          </p:cNvSpPr>
          <p:nvPr>
            <p:ph type="title" hasCustomPrompt="1"/>
          </p:nvPr>
        </p:nvSpPr>
        <p:spPr>
          <a:xfrm>
            <a:off x="719999" y="720000"/>
            <a:ext cx="10753200" cy="369025"/>
          </a:xfrm>
        </p:spPr>
        <p:txBody>
          <a:bodyPr/>
          <a:lstStyle>
            <a:lvl1pPr>
              <a:defRPr i="1">
                <a:solidFill>
                  <a:schemeClr val="bg1"/>
                </a:solidFill>
              </a:defRPr>
            </a:lvl1pPr>
          </a:lstStyle>
          <a:p>
            <a:r>
              <a:rPr lang="nl-NL" noProof="0" dirty="0"/>
              <a:t>PLAATS HIER JE TITEL</a:t>
            </a:r>
            <a:endParaRPr lang="nl-NL" dirty="0"/>
          </a:p>
        </p:txBody>
      </p:sp>
      <p:sp>
        <p:nvSpPr>
          <p:cNvPr id="21" name="Rechthoek 20">
            <a:extLst>
              <a:ext uri="{FF2B5EF4-FFF2-40B4-BE49-F238E27FC236}">
                <a16:creationId xmlns:a16="http://schemas.microsoft.com/office/drawing/2014/main" id="{8778B65F-BF88-4C17-8B7E-1110F69AEE26}"/>
              </a:ext>
            </a:extLst>
          </p:cNvPr>
          <p:cNvSpPr/>
          <p:nvPr userDrawn="1"/>
        </p:nvSpPr>
        <p:spPr>
          <a:xfrm>
            <a:off x="0" y="-425941"/>
            <a:ext cx="1779333"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Inhoud van twee - Rood</a:t>
            </a:r>
          </a:p>
        </p:txBody>
      </p:sp>
      <p:sp>
        <p:nvSpPr>
          <p:cNvPr id="3" name="Tijdelijke aanduiding voor inhoud 2">
            <a:extLst>
              <a:ext uri="{FF2B5EF4-FFF2-40B4-BE49-F238E27FC236}">
                <a16:creationId xmlns:a16="http://schemas.microsoft.com/office/drawing/2014/main" id="{4308D6FD-D0FD-E502-3259-EE12519F2AD5}"/>
              </a:ext>
            </a:extLst>
          </p:cNvPr>
          <p:cNvSpPr>
            <a:spLocks noGrp="1"/>
          </p:cNvSpPr>
          <p:nvPr>
            <p:ph sz="quarter" idx="23" hasCustomPrompt="1"/>
          </p:nvPr>
        </p:nvSpPr>
        <p:spPr>
          <a:xfrm>
            <a:off x="731837" y="1592263"/>
            <a:ext cx="5211763" cy="4249737"/>
          </a:xfrm>
        </p:spPr>
        <p:txBody>
          <a:bodyPr/>
          <a:lstStyle>
            <a:lvl1pPr marL="0" indent="0">
              <a:buClr>
                <a:schemeClr val="bg1"/>
              </a:buClr>
              <a:buNone/>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Plaats hier je tekst…</a:t>
            </a:r>
          </a:p>
        </p:txBody>
      </p:sp>
      <p:sp>
        <p:nvSpPr>
          <p:cNvPr id="6" name="Tijdelijke aanduiding voor inhoud 2">
            <a:extLst>
              <a:ext uri="{FF2B5EF4-FFF2-40B4-BE49-F238E27FC236}">
                <a16:creationId xmlns:a16="http://schemas.microsoft.com/office/drawing/2014/main" id="{42732472-E675-D41C-D27D-0E5EB1A0A95D}"/>
              </a:ext>
            </a:extLst>
          </p:cNvPr>
          <p:cNvSpPr>
            <a:spLocks noGrp="1"/>
          </p:cNvSpPr>
          <p:nvPr>
            <p:ph sz="quarter" idx="24" hasCustomPrompt="1"/>
          </p:nvPr>
        </p:nvSpPr>
        <p:spPr>
          <a:xfrm>
            <a:off x="6261436" y="1592263"/>
            <a:ext cx="5211763" cy="4249737"/>
          </a:xfrm>
        </p:spPr>
        <p:txBody>
          <a:bodyPr/>
          <a:lstStyle>
            <a:lvl1pPr marL="0" indent="0">
              <a:buClr>
                <a:schemeClr val="bg1"/>
              </a:buClr>
              <a:buNone/>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Plaats hier je tekst…</a:t>
            </a:r>
          </a:p>
        </p:txBody>
      </p:sp>
      <p:sp>
        <p:nvSpPr>
          <p:cNvPr id="69" name="Tijdelijke aanduiding voor tekst 68">
            <a:extLst>
              <a:ext uri="{FF2B5EF4-FFF2-40B4-BE49-F238E27FC236}">
                <a16:creationId xmlns:a16="http://schemas.microsoft.com/office/drawing/2014/main" id="{E32E8A39-5D1D-B29E-A254-5D50983EC889}"/>
              </a:ext>
            </a:extLst>
          </p:cNvPr>
          <p:cNvSpPr>
            <a:spLocks noGrp="1"/>
          </p:cNvSpPr>
          <p:nvPr>
            <p:ph type="body" sz="quarter" idx="25"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70" name="Tijdelijke aanduiding voor tekst 69">
            <a:extLst>
              <a:ext uri="{FF2B5EF4-FFF2-40B4-BE49-F238E27FC236}">
                <a16:creationId xmlns:a16="http://schemas.microsoft.com/office/drawing/2014/main" id="{B7757201-744E-5E9D-9CC0-881F55A1B8DF}"/>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858749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541B53C-EDA7-4445-8B1E-7C9991C20FEA}"/>
              </a:ext>
            </a:extLst>
          </p:cNvPr>
          <p:cNvSpPr>
            <a:spLocks noGrp="1"/>
          </p:cNvSpPr>
          <p:nvPr>
            <p:ph type="title" hasCustomPrompt="1"/>
          </p:nvPr>
        </p:nvSpPr>
        <p:spPr>
          <a:xfrm>
            <a:off x="719999" y="720000"/>
            <a:ext cx="10753200" cy="369025"/>
          </a:xfrm>
        </p:spPr>
        <p:txBody>
          <a:bodyPr/>
          <a:lstStyle>
            <a:lvl1pPr>
              <a:defRPr i="1">
                <a:solidFill>
                  <a:schemeClr val="tx1"/>
                </a:solidFill>
              </a:defRPr>
            </a:lvl1pPr>
          </a:lstStyle>
          <a:p>
            <a:r>
              <a:rPr lang="nl-NL" noProof="0" dirty="0"/>
              <a:t>PLAATS HIER JE TITEL</a:t>
            </a:r>
            <a:endParaRPr lang="nl-NL" dirty="0"/>
          </a:p>
        </p:txBody>
      </p:sp>
      <p:sp>
        <p:nvSpPr>
          <p:cNvPr id="21" name="Rechthoek 20">
            <a:extLst>
              <a:ext uri="{FF2B5EF4-FFF2-40B4-BE49-F238E27FC236}">
                <a16:creationId xmlns:a16="http://schemas.microsoft.com/office/drawing/2014/main" id="{8778B65F-BF88-4C17-8B7E-1110F69AEE26}"/>
              </a:ext>
            </a:extLst>
          </p:cNvPr>
          <p:cNvSpPr/>
          <p:nvPr userDrawn="1"/>
        </p:nvSpPr>
        <p:spPr>
          <a:xfrm>
            <a:off x="0" y="-425941"/>
            <a:ext cx="771045"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Alleen titel</a:t>
            </a:r>
          </a:p>
        </p:txBody>
      </p:sp>
      <p:sp>
        <p:nvSpPr>
          <p:cNvPr id="2" name="Tijdelijke aanduiding voor tekst 1">
            <a:extLst>
              <a:ext uri="{FF2B5EF4-FFF2-40B4-BE49-F238E27FC236}">
                <a16:creationId xmlns:a16="http://schemas.microsoft.com/office/drawing/2014/main" id="{DD1C4B13-1C6D-9FE4-5754-619B393B5234}"/>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5" name="Tijdelijke aanduiding voor tekst 4">
            <a:extLst>
              <a:ext uri="{FF2B5EF4-FFF2-40B4-BE49-F238E27FC236}">
                <a16:creationId xmlns:a16="http://schemas.microsoft.com/office/drawing/2014/main" id="{C729FCE1-1F44-0732-1E1B-F1FD51AEF917}"/>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491248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kstslide">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541B53C-EDA7-4445-8B1E-7C9991C20FEA}"/>
              </a:ext>
            </a:extLst>
          </p:cNvPr>
          <p:cNvSpPr>
            <a:spLocks noGrp="1"/>
          </p:cNvSpPr>
          <p:nvPr>
            <p:ph type="title" hasCustomPrompt="1"/>
          </p:nvPr>
        </p:nvSpPr>
        <p:spPr>
          <a:xfrm>
            <a:off x="719999" y="720000"/>
            <a:ext cx="10753200" cy="369025"/>
          </a:xfrm>
        </p:spPr>
        <p:txBody>
          <a:bodyPr/>
          <a:lstStyle>
            <a:lvl1pPr>
              <a:defRPr i="1">
                <a:solidFill>
                  <a:schemeClr val="tx1"/>
                </a:solidFill>
              </a:defRPr>
            </a:lvl1pPr>
          </a:lstStyle>
          <a:p>
            <a:r>
              <a:rPr lang="nl-NL" noProof="0" dirty="0"/>
              <a:t>PLAATS HIER JE TITEL</a:t>
            </a:r>
            <a:endParaRPr lang="nl-NL" dirty="0"/>
          </a:p>
        </p:txBody>
      </p:sp>
      <p:sp>
        <p:nvSpPr>
          <p:cNvPr id="21" name="Rechthoek 20">
            <a:extLst>
              <a:ext uri="{FF2B5EF4-FFF2-40B4-BE49-F238E27FC236}">
                <a16:creationId xmlns:a16="http://schemas.microsoft.com/office/drawing/2014/main" id="{8778B65F-BF88-4C17-8B7E-1110F69AEE26}"/>
              </a:ext>
            </a:extLst>
          </p:cNvPr>
          <p:cNvSpPr/>
          <p:nvPr userDrawn="1"/>
        </p:nvSpPr>
        <p:spPr>
          <a:xfrm>
            <a:off x="0" y="-425941"/>
            <a:ext cx="737959"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Tekstslide</a:t>
            </a:r>
          </a:p>
        </p:txBody>
      </p:sp>
      <p:sp>
        <p:nvSpPr>
          <p:cNvPr id="3" name="Tijdelijke aanduiding voor tekst 2">
            <a:extLst>
              <a:ext uri="{FF2B5EF4-FFF2-40B4-BE49-F238E27FC236}">
                <a16:creationId xmlns:a16="http://schemas.microsoft.com/office/drawing/2014/main" id="{5DD7465C-543E-048B-697E-877CD34C5C89}"/>
              </a:ext>
            </a:extLst>
          </p:cNvPr>
          <p:cNvSpPr>
            <a:spLocks noGrp="1"/>
          </p:cNvSpPr>
          <p:nvPr>
            <p:ph idx="1"/>
          </p:nvPr>
        </p:nvSpPr>
        <p:spPr>
          <a:xfrm>
            <a:off x="720000" y="1593843"/>
            <a:ext cx="10753200" cy="4238632"/>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Subtitel #1</a:t>
            </a:r>
          </a:p>
          <a:p>
            <a:pPr lvl="5"/>
            <a:r>
              <a:rPr lang="nl-NL" noProof="0" dirty="0"/>
              <a:t>Alt. subtitel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Bronvermelding</a:t>
            </a:r>
          </a:p>
        </p:txBody>
      </p:sp>
      <p:sp>
        <p:nvSpPr>
          <p:cNvPr id="2" name="Tijdelijke aanduiding voor tekst 1">
            <a:extLst>
              <a:ext uri="{FF2B5EF4-FFF2-40B4-BE49-F238E27FC236}">
                <a16:creationId xmlns:a16="http://schemas.microsoft.com/office/drawing/2014/main" id="{EE2A1E7C-D716-D6E9-BCC6-74AD06C5AF43}"/>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5" name="Tijdelijke aanduiding voor tekst 4">
            <a:extLst>
              <a:ext uri="{FF2B5EF4-FFF2-40B4-BE49-F238E27FC236}">
                <a16:creationId xmlns:a16="http://schemas.microsoft.com/office/drawing/2014/main" id="{DF9FE46C-6432-3596-3AB1-26E51E522EFD}"/>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9147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leen titel - Rood">
    <p:bg>
      <p:bgPr>
        <a:solidFill>
          <a:schemeClr val="accent1"/>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541B53C-EDA7-4445-8B1E-7C9991C20FEA}"/>
              </a:ext>
            </a:extLst>
          </p:cNvPr>
          <p:cNvSpPr>
            <a:spLocks noGrp="1"/>
          </p:cNvSpPr>
          <p:nvPr>
            <p:ph type="title" hasCustomPrompt="1"/>
          </p:nvPr>
        </p:nvSpPr>
        <p:spPr>
          <a:xfrm>
            <a:off x="719999" y="720000"/>
            <a:ext cx="10753200" cy="369025"/>
          </a:xfrm>
        </p:spPr>
        <p:txBody>
          <a:bodyPr/>
          <a:lstStyle>
            <a:lvl1pPr>
              <a:defRPr i="1">
                <a:solidFill>
                  <a:schemeClr val="bg1"/>
                </a:solidFill>
              </a:defRPr>
            </a:lvl1pPr>
          </a:lstStyle>
          <a:p>
            <a:r>
              <a:rPr lang="nl-NL" noProof="0" dirty="0"/>
              <a:t>PLAATS HIER JE TITEL</a:t>
            </a:r>
            <a:endParaRPr lang="nl-NL" dirty="0"/>
          </a:p>
        </p:txBody>
      </p:sp>
      <p:sp>
        <p:nvSpPr>
          <p:cNvPr id="21" name="Rechthoek 20">
            <a:extLst>
              <a:ext uri="{FF2B5EF4-FFF2-40B4-BE49-F238E27FC236}">
                <a16:creationId xmlns:a16="http://schemas.microsoft.com/office/drawing/2014/main" id="{8778B65F-BF88-4C17-8B7E-1110F69AEE26}"/>
              </a:ext>
            </a:extLst>
          </p:cNvPr>
          <p:cNvSpPr/>
          <p:nvPr userDrawn="1"/>
        </p:nvSpPr>
        <p:spPr>
          <a:xfrm>
            <a:off x="0" y="-425941"/>
            <a:ext cx="1320874"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Alleen titel - Rood</a:t>
            </a:r>
          </a:p>
        </p:txBody>
      </p:sp>
      <p:sp>
        <p:nvSpPr>
          <p:cNvPr id="3" name="Tijdelijke aanduiding voor tekst 2">
            <a:extLst>
              <a:ext uri="{FF2B5EF4-FFF2-40B4-BE49-F238E27FC236}">
                <a16:creationId xmlns:a16="http://schemas.microsoft.com/office/drawing/2014/main" id="{1A22AC15-00E9-D956-CF59-4188CBF1046C}"/>
              </a:ext>
            </a:extLst>
          </p:cNvPr>
          <p:cNvSpPr>
            <a:spLocks noGrp="1"/>
          </p:cNvSpPr>
          <p:nvPr>
            <p:ph type="body" sz="quarter" idx="23"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4" name="Tijdelijke aanduiding voor tekst 3">
            <a:extLst>
              <a:ext uri="{FF2B5EF4-FFF2-40B4-BE49-F238E27FC236}">
                <a16:creationId xmlns:a16="http://schemas.microsoft.com/office/drawing/2014/main" id="{01ABB964-81BF-510D-8D2F-C9E8EBFE24D1}"/>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4054663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541B53C-EDA7-4445-8B1E-7C9991C20FEA}"/>
              </a:ext>
            </a:extLst>
          </p:cNvPr>
          <p:cNvSpPr>
            <a:spLocks noGrp="1"/>
          </p:cNvSpPr>
          <p:nvPr>
            <p:ph type="title" hasCustomPrompt="1"/>
          </p:nvPr>
        </p:nvSpPr>
        <p:spPr>
          <a:xfrm>
            <a:off x="719999" y="720000"/>
            <a:ext cx="10753200" cy="369025"/>
          </a:xfrm>
        </p:spPr>
        <p:txBody>
          <a:bodyPr/>
          <a:lstStyle>
            <a:lvl1pPr>
              <a:defRPr i="1">
                <a:solidFill>
                  <a:schemeClr val="tx1"/>
                </a:solidFill>
              </a:defRPr>
            </a:lvl1pPr>
          </a:lstStyle>
          <a:p>
            <a:r>
              <a:rPr lang="nl-NL" noProof="0" dirty="0"/>
              <a:t>PLAATS HIER JE TITEL</a:t>
            </a:r>
            <a:endParaRPr lang="nl-NL" dirty="0"/>
          </a:p>
        </p:txBody>
      </p:sp>
      <p:sp>
        <p:nvSpPr>
          <p:cNvPr id="21" name="Rechthoek 20">
            <a:extLst>
              <a:ext uri="{FF2B5EF4-FFF2-40B4-BE49-F238E27FC236}">
                <a16:creationId xmlns:a16="http://schemas.microsoft.com/office/drawing/2014/main" id="{8778B65F-BF88-4C17-8B7E-1110F69AEE26}"/>
              </a:ext>
            </a:extLst>
          </p:cNvPr>
          <p:cNvSpPr/>
          <p:nvPr userDrawn="1"/>
        </p:nvSpPr>
        <p:spPr>
          <a:xfrm>
            <a:off x="0" y="-425941"/>
            <a:ext cx="42511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Video</a:t>
            </a:r>
          </a:p>
        </p:txBody>
      </p:sp>
      <p:sp>
        <p:nvSpPr>
          <p:cNvPr id="2" name="Tijdelijke aanduiding voor media 10">
            <a:extLst>
              <a:ext uri="{FF2B5EF4-FFF2-40B4-BE49-F238E27FC236}">
                <a16:creationId xmlns:a16="http://schemas.microsoft.com/office/drawing/2014/main" id="{0AF18912-F46B-B658-5E11-C7657F7CF4B4}"/>
              </a:ext>
            </a:extLst>
          </p:cNvPr>
          <p:cNvSpPr>
            <a:spLocks noGrp="1"/>
          </p:cNvSpPr>
          <p:nvPr>
            <p:ph type="media" sz="quarter" idx="13" hasCustomPrompt="1"/>
          </p:nvPr>
        </p:nvSpPr>
        <p:spPr>
          <a:xfrm>
            <a:off x="732030" y="1592263"/>
            <a:ext cx="10727938" cy="4249737"/>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nl-NL" dirty="0"/>
              <a:t>Klik op onderstaand pictogram </a:t>
            </a:r>
            <a:br>
              <a:rPr lang="nl-NL" dirty="0"/>
            </a:br>
            <a:r>
              <a:rPr lang="nl-NL" dirty="0"/>
              <a:t>om een video in te voegen</a:t>
            </a:r>
          </a:p>
        </p:txBody>
      </p:sp>
      <p:sp>
        <p:nvSpPr>
          <p:cNvPr id="3" name="Tijdelijke aanduiding voor tekst 2">
            <a:extLst>
              <a:ext uri="{FF2B5EF4-FFF2-40B4-BE49-F238E27FC236}">
                <a16:creationId xmlns:a16="http://schemas.microsoft.com/office/drawing/2014/main" id="{97DD81D0-BEE4-60FC-AD99-6B98955E50DB}"/>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6" name="Tijdelijke aanduiding voor tekst 5">
            <a:extLst>
              <a:ext uri="{FF2B5EF4-FFF2-40B4-BE49-F238E27FC236}">
                <a16:creationId xmlns:a16="http://schemas.microsoft.com/office/drawing/2014/main" id="{6A79AC67-6D36-F9E5-A5E6-779C9B3CB15A}"/>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125359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Video - rood">
    <p:bg>
      <p:bgPr>
        <a:solidFill>
          <a:schemeClr val="accent1"/>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541B53C-EDA7-4445-8B1E-7C9991C20FEA}"/>
              </a:ext>
            </a:extLst>
          </p:cNvPr>
          <p:cNvSpPr>
            <a:spLocks noGrp="1"/>
          </p:cNvSpPr>
          <p:nvPr>
            <p:ph type="title" hasCustomPrompt="1"/>
          </p:nvPr>
        </p:nvSpPr>
        <p:spPr>
          <a:xfrm>
            <a:off x="719999" y="720000"/>
            <a:ext cx="10753200" cy="369025"/>
          </a:xfrm>
        </p:spPr>
        <p:txBody>
          <a:bodyPr/>
          <a:lstStyle>
            <a:lvl1pPr>
              <a:defRPr i="1">
                <a:solidFill>
                  <a:schemeClr val="bg1"/>
                </a:solidFill>
              </a:defRPr>
            </a:lvl1pPr>
          </a:lstStyle>
          <a:p>
            <a:r>
              <a:rPr lang="nl-NL" noProof="0" dirty="0"/>
              <a:t>PLAATS HIER JE TITEL</a:t>
            </a:r>
            <a:endParaRPr lang="nl-NL" dirty="0"/>
          </a:p>
        </p:txBody>
      </p:sp>
      <p:sp>
        <p:nvSpPr>
          <p:cNvPr id="21" name="Rechthoek 20">
            <a:extLst>
              <a:ext uri="{FF2B5EF4-FFF2-40B4-BE49-F238E27FC236}">
                <a16:creationId xmlns:a16="http://schemas.microsoft.com/office/drawing/2014/main" id="{8778B65F-BF88-4C17-8B7E-1110F69AEE26}"/>
              </a:ext>
            </a:extLst>
          </p:cNvPr>
          <p:cNvSpPr/>
          <p:nvPr userDrawn="1"/>
        </p:nvSpPr>
        <p:spPr>
          <a:xfrm>
            <a:off x="0" y="-425941"/>
            <a:ext cx="909223"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Video - rood</a:t>
            </a:r>
          </a:p>
        </p:txBody>
      </p:sp>
      <p:sp>
        <p:nvSpPr>
          <p:cNvPr id="2" name="Tijdelijke aanduiding voor media 10">
            <a:extLst>
              <a:ext uri="{FF2B5EF4-FFF2-40B4-BE49-F238E27FC236}">
                <a16:creationId xmlns:a16="http://schemas.microsoft.com/office/drawing/2014/main" id="{0AF18912-F46B-B658-5E11-C7657F7CF4B4}"/>
              </a:ext>
            </a:extLst>
          </p:cNvPr>
          <p:cNvSpPr>
            <a:spLocks noGrp="1"/>
          </p:cNvSpPr>
          <p:nvPr>
            <p:ph type="media" sz="quarter" idx="13" hasCustomPrompt="1"/>
          </p:nvPr>
        </p:nvSpPr>
        <p:spPr>
          <a:xfrm>
            <a:off x="732030" y="1592263"/>
            <a:ext cx="10727938" cy="4249737"/>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nl-NL" dirty="0"/>
              <a:t>Klik op onderstaand pictogram </a:t>
            </a:r>
            <a:br>
              <a:rPr lang="nl-NL" dirty="0"/>
            </a:br>
            <a:r>
              <a:rPr lang="nl-NL" dirty="0"/>
              <a:t>om een video in te voegen</a:t>
            </a:r>
          </a:p>
        </p:txBody>
      </p:sp>
      <p:sp>
        <p:nvSpPr>
          <p:cNvPr id="39" name="Tijdelijke aanduiding voor tekst 38">
            <a:extLst>
              <a:ext uri="{FF2B5EF4-FFF2-40B4-BE49-F238E27FC236}">
                <a16:creationId xmlns:a16="http://schemas.microsoft.com/office/drawing/2014/main" id="{47C3FF50-0A04-F96E-A620-71D9406A8A79}"/>
              </a:ext>
            </a:extLst>
          </p:cNvPr>
          <p:cNvSpPr>
            <a:spLocks noGrp="1"/>
          </p:cNvSpPr>
          <p:nvPr>
            <p:ph type="body" sz="quarter" idx="23"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40" name="Tijdelijke aanduiding voor tekst 39">
            <a:extLst>
              <a:ext uri="{FF2B5EF4-FFF2-40B4-BE49-F238E27FC236}">
                <a16:creationId xmlns:a16="http://schemas.microsoft.com/office/drawing/2014/main" id="{572C5A2E-AFEC-D412-86B1-1C3FDE7BF73E}"/>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368729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541B53C-EDA7-4445-8B1E-7C9991C20FEA}"/>
              </a:ext>
            </a:extLst>
          </p:cNvPr>
          <p:cNvSpPr>
            <a:spLocks noGrp="1"/>
          </p:cNvSpPr>
          <p:nvPr>
            <p:ph type="title" hasCustomPrompt="1"/>
          </p:nvPr>
        </p:nvSpPr>
        <p:spPr>
          <a:xfrm>
            <a:off x="719999" y="720000"/>
            <a:ext cx="10753200" cy="369025"/>
          </a:xfrm>
        </p:spPr>
        <p:txBody>
          <a:bodyPr/>
          <a:lstStyle>
            <a:lvl1pPr>
              <a:defRPr i="1">
                <a:solidFill>
                  <a:schemeClr val="tx1"/>
                </a:solidFill>
              </a:defRPr>
            </a:lvl1pPr>
          </a:lstStyle>
          <a:p>
            <a:r>
              <a:rPr lang="nl-NL" noProof="0" dirty="0"/>
              <a:t>PLAATS HIER JE TITEL</a:t>
            </a:r>
            <a:endParaRPr lang="nl-NL" dirty="0"/>
          </a:p>
        </p:txBody>
      </p:sp>
      <p:sp>
        <p:nvSpPr>
          <p:cNvPr id="21" name="Rechthoek 20">
            <a:extLst>
              <a:ext uri="{FF2B5EF4-FFF2-40B4-BE49-F238E27FC236}">
                <a16:creationId xmlns:a16="http://schemas.microsoft.com/office/drawing/2014/main" id="{8778B65F-BF88-4C17-8B7E-1110F69AEE26}"/>
              </a:ext>
            </a:extLst>
          </p:cNvPr>
          <p:cNvSpPr/>
          <p:nvPr userDrawn="1"/>
        </p:nvSpPr>
        <p:spPr>
          <a:xfrm>
            <a:off x="0" y="-425941"/>
            <a:ext cx="371897"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Leeg</a:t>
            </a:r>
          </a:p>
        </p:txBody>
      </p:sp>
      <p:sp>
        <p:nvSpPr>
          <p:cNvPr id="2" name="Tijdelijke aanduiding voor tekst 1">
            <a:extLst>
              <a:ext uri="{FF2B5EF4-FFF2-40B4-BE49-F238E27FC236}">
                <a16:creationId xmlns:a16="http://schemas.microsoft.com/office/drawing/2014/main" id="{8D01283F-B29D-16CF-B6A3-5B34BD3F5957}"/>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5" name="Tijdelijke aanduiding voor tekst 4">
            <a:extLst>
              <a:ext uri="{FF2B5EF4-FFF2-40B4-BE49-F238E27FC236}">
                <a16:creationId xmlns:a16="http://schemas.microsoft.com/office/drawing/2014/main" id="{7B91D5A4-969D-4938-68D2-BFADE6B534DD}"/>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76095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eeg - Rood">
    <p:bg>
      <p:bgPr>
        <a:solidFill>
          <a:schemeClr val="accent1"/>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E541B53C-EDA7-4445-8B1E-7C9991C20FEA}"/>
              </a:ext>
            </a:extLst>
          </p:cNvPr>
          <p:cNvSpPr>
            <a:spLocks noGrp="1"/>
          </p:cNvSpPr>
          <p:nvPr>
            <p:ph type="title" hasCustomPrompt="1"/>
          </p:nvPr>
        </p:nvSpPr>
        <p:spPr>
          <a:xfrm>
            <a:off x="719999" y="720000"/>
            <a:ext cx="10753200" cy="369025"/>
          </a:xfrm>
        </p:spPr>
        <p:txBody>
          <a:bodyPr/>
          <a:lstStyle>
            <a:lvl1pPr>
              <a:defRPr i="1">
                <a:solidFill>
                  <a:schemeClr val="bg1"/>
                </a:solidFill>
              </a:defRPr>
            </a:lvl1pPr>
          </a:lstStyle>
          <a:p>
            <a:r>
              <a:rPr lang="nl-NL" noProof="0" dirty="0"/>
              <a:t>PLAATS HIER JE TITEL</a:t>
            </a:r>
            <a:endParaRPr lang="nl-NL" dirty="0"/>
          </a:p>
        </p:txBody>
      </p:sp>
      <p:sp>
        <p:nvSpPr>
          <p:cNvPr id="21" name="Rechthoek 20">
            <a:extLst>
              <a:ext uri="{FF2B5EF4-FFF2-40B4-BE49-F238E27FC236}">
                <a16:creationId xmlns:a16="http://schemas.microsoft.com/office/drawing/2014/main" id="{8778B65F-BF88-4C17-8B7E-1110F69AEE26}"/>
              </a:ext>
            </a:extLst>
          </p:cNvPr>
          <p:cNvSpPr/>
          <p:nvPr userDrawn="1"/>
        </p:nvSpPr>
        <p:spPr>
          <a:xfrm>
            <a:off x="0" y="-425941"/>
            <a:ext cx="921727"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Leeg - Rood</a:t>
            </a:r>
          </a:p>
        </p:txBody>
      </p:sp>
      <p:sp>
        <p:nvSpPr>
          <p:cNvPr id="3" name="Tijdelijke aanduiding voor tekst 2">
            <a:extLst>
              <a:ext uri="{FF2B5EF4-FFF2-40B4-BE49-F238E27FC236}">
                <a16:creationId xmlns:a16="http://schemas.microsoft.com/office/drawing/2014/main" id="{6CBC4DD1-2A7F-8FE8-1B1D-917B88FBDA44}"/>
              </a:ext>
            </a:extLst>
          </p:cNvPr>
          <p:cNvSpPr>
            <a:spLocks noGrp="1"/>
          </p:cNvSpPr>
          <p:nvPr>
            <p:ph type="body" sz="quarter" idx="23" hasCustomPrompt="1"/>
          </p:nvPr>
        </p:nvSpPr>
        <p:spPr>
          <a:xfrm>
            <a:off x="10846609"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5" name="Tijdelijke aanduiding voor tekst 4">
            <a:extLst>
              <a:ext uri="{FF2B5EF4-FFF2-40B4-BE49-F238E27FC236}">
                <a16:creationId xmlns:a16="http://schemas.microsoft.com/office/drawing/2014/main" id="{E672B9A6-063A-4AA6-1DF4-BC66DC859808}"/>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5352" t="17307" r="5352" b="17307"/>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942649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p15="http://schemas.microsoft.com/office/powerpoint/2012/main" xmlns="">
      <p:transition spd="med">
        <p:fade/>
      </p:transition>
    </mc:Fallback>
  </mc:AlternateContent>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vatile - Rood">
    <p:spTree>
      <p:nvGrpSpPr>
        <p:cNvPr id="1" name=""/>
        <p:cNvGrpSpPr/>
        <p:nvPr/>
      </p:nvGrpSpPr>
      <p:grpSpPr>
        <a:xfrm>
          <a:off x="0" y="0"/>
          <a:ext cx="0" cy="0"/>
          <a:chOff x="0" y="0"/>
          <a:chExt cx="0" cy="0"/>
        </a:xfrm>
      </p:grpSpPr>
      <p:sp>
        <p:nvSpPr>
          <p:cNvPr id="5" name="Tijdelijke aanduiding voor tekst 7">
            <a:extLst>
              <a:ext uri="{FF2B5EF4-FFF2-40B4-BE49-F238E27FC236}">
                <a16:creationId xmlns:a16="http://schemas.microsoft.com/office/drawing/2014/main" id="{A90AD210-5EF6-7789-0BC1-399C9C61573D}"/>
              </a:ext>
            </a:extLst>
          </p:cNvPr>
          <p:cNvSpPr>
            <a:spLocks noGrp="1"/>
          </p:cNvSpPr>
          <p:nvPr>
            <p:ph type="body" sz="quarter" idx="11"/>
          </p:nvPr>
        </p:nvSpPr>
        <p:spPr>
          <a:xfrm>
            <a:off x="0" y="0"/>
            <a:ext cx="5793179" cy="6858000"/>
          </a:xfrm>
          <a:custGeom>
            <a:avLst/>
            <a:gdLst>
              <a:gd name="connsiteX0" fmla="*/ 0 w 11584964"/>
              <a:gd name="connsiteY0" fmla="*/ 0 h 13714350"/>
              <a:gd name="connsiteX1" fmla="*/ 10378683 w 11584964"/>
              <a:gd name="connsiteY1" fmla="*/ 0 h 13714350"/>
              <a:gd name="connsiteX2" fmla="*/ 11559916 w 11584964"/>
              <a:gd name="connsiteY2" fmla="*/ 1448653 h 13714350"/>
              <a:gd name="connsiteX3" fmla="*/ 9042372 w 11584964"/>
              <a:gd name="connsiteY3" fmla="*/ 13714350 h 13714350"/>
              <a:gd name="connsiteX4" fmla="*/ 0 w 11584964"/>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4" h="13714350">
                <a:moveTo>
                  <a:pt x="0" y="0"/>
                </a:moveTo>
                <a:lnTo>
                  <a:pt x="10378683" y="0"/>
                </a:lnTo>
                <a:cubicBezTo>
                  <a:pt x="11142525" y="0"/>
                  <a:pt x="11713344" y="701227"/>
                  <a:pt x="11559916" y="1448653"/>
                </a:cubicBezTo>
                <a:lnTo>
                  <a:pt x="9042372" y="13714350"/>
                </a:lnTo>
                <a:lnTo>
                  <a:pt x="0" y="13714350"/>
                </a:lnTo>
                <a:close/>
              </a:path>
            </a:pathLst>
          </a:custGeom>
          <a:solidFill>
            <a:schemeClr val="accent1"/>
          </a:solidFill>
        </p:spPr>
        <p:txBody>
          <a:bodyPr wrap="square" lIns="1512000" tIns="1512000" rIns="1440000" bIns="1440000">
            <a:noAutofit/>
          </a:bodyPr>
          <a:lstStyle>
            <a:lvl1pPr marL="0" indent="0">
              <a:lnSpc>
                <a:spcPct val="70000"/>
              </a:lnSpc>
              <a:buNone/>
              <a:defRPr sz="3600" b="1" i="1" cap="all" baseline="0">
                <a:solidFill>
                  <a:schemeClr val="bg1">
                    <a:alpha val="0"/>
                  </a:schemeClr>
                </a:solidFill>
                <a:latin typeface="+mj-lt"/>
              </a:defRPr>
            </a:lvl1pPr>
          </a:lstStyle>
          <a:p>
            <a:pPr lvl="0"/>
            <a:endParaRPr lang="nl-NL" dirty="0"/>
          </a:p>
        </p:txBody>
      </p:sp>
      <p:sp>
        <p:nvSpPr>
          <p:cNvPr id="6" name="Titel 1">
            <a:extLst>
              <a:ext uri="{FF2B5EF4-FFF2-40B4-BE49-F238E27FC236}">
                <a16:creationId xmlns:a16="http://schemas.microsoft.com/office/drawing/2014/main" id="{61400BE1-3B68-8853-D632-8855D8AF57B0}"/>
              </a:ext>
            </a:extLst>
          </p:cNvPr>
          <p:cNvSpPr>
            <a:spLocks noGrp="1"/>
          </p:cNvSpPr>
          <p:nvPr>
            <p:ph type="ctrTitle" hasCustomPrompt="1"/>
          </p:nvPr>
        </p:nvSpPr>
        <p:spPr>
          <a:xfrm>
            <a:off x="703640" y="719138"/>
            <a:ext cx="3921296" cy="1700914"/>
          </a:xfrm>
        </p:spPr>
        <p:txBody>
          <a:bodyPr anchor="t"/>
          <a:lstStyle>
            <a:lvl1pPr algn="l">
              <a:lnSpc>
                <a:spcPct val="80000"/>
              </a:lnSpc>
              <a:defRPr sz="4800" b="1" i="1">
                <a:solidFill>
                  <a:schemeClr val="bg1"/>
                </a:solidFill>
              </a:defRPr>
            </a:lvl1pPr>
          </a:lstStyle>
          <a:p>
            <a:r>
              <a:rPr lang="nl-NL" noProof="0" dirty="0"/>
              <a:t>KLIK OM TITEL TE BEWERKEN</a:t>
            </a:r>
          </a:p>
        </p:txBody>
      </p:sp>
      <p:sp>
        <p:nvSpPr>
          <p:cNvPr id="7" name="Tijdelijke aanduiding voor tekst 6">
            <a:extLst>
              <a:ext uri="{FF2B5EF4-FFF2-40B4-BE49-F238E27FC236}">
                <a16:creationId xmlns:a16="http://schemas.microsoft.com/office/drawing/2014/main" id="{DBD9513E-A36E-E202-CBE2-07E8C9284713}"/>
              </a:ext>
            </a:extLst>
          </p:cNvPr>
          <p:cNvSpPr>
            <a:spLocks noGrp="1"/>
          </p:cNvSpPr>
          <p:nvPr>
            <p:ph type="body" sz="quarter" idx="21" hasCustomPrompt="1"/>
          </p:nvPr>
        </p:nvSpPr>
        <p:spPr>
          <a:xfrm>
            <a:off x="6264876" y="1090613"/>
            <a:ext cx="5206397" cy="4751387"/>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8" name="Rechthoek 7">
            <a:extLst>
              <a:ext uri="{FF2B5EF4-FFF2-40B4-BE49-F238E27FC236}">
                <a16:creationId xmlns:a16="http://schemas.microsoft.com/office/drawing/2014/main" id="{501279D1-F2ED-8F25-1AE1-B0D8BBB840AE}"/>
              </a:ext>
            </a:extLst>
          </p:cNvPr>
          <p:cNvSpPr/>
          <p:nvPr userDrawn="1"/>
        </p:nvSpPr>
        <p:spPr>
          <a:xfrm>
            <a:off x="0" y="-425941"/>
            <a:ext cx="105028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 Rood</a:t>
            </a:r>
          </a:p>
        </p:txBody>
      </p:sp>
      <p:sp>
        <p:nvSpPr>
          <p:cNvPr id="2" name="Tijdelijke aanduiding voor tekst 1">
            <a:extLst>
              <a:ext uri="{FF2B5EF4-FFF2-40B4-BE49-F238E27FC236}">
                <a16:creationId xmlns:a16="http://schemas.microsoft.com/office/drawing/2014/main" id="{CFD7993D-3B8D-6985-DECB-EA41382BC89B}"/>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9" name="Tijdelijke aanduiding voor tekst 8">
            <a:extLst>
              <a:ext uri="{FF2B5EF4-FFF2-40B4-BE49-F238E27FC236}">
                <a16:creationId xmlns:a16="http://schemas.microsoft.com/office/drawing/2014/main" id="{D33D06E8-3ECC-EAA7-E7FA-692A6DB70CBF}"/>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45142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vatile - Blauw">
    <p:spTree>
      <p:nvGrpSpPr>
        <p:cNvPr id="1" name=""/>
        <p:cNvGrpSpPr/>
        <p:nvPr/>
      </p:nvGrpSpPr>
      <p:grpSpPr>
        <a:xfrm>
          <a:off x="0" y="0"/>
          <a:ext cx="0" cy="0"/>
          <a:chOff x="0" y="0"/>
          <a:chExt cx="0" cy="0"/>
        </a:xfrm>
      </p:grpSpPr>
      <p:sp>
        <p:nvSpPr>
          <p:cNvPr id="5" name="Tijdelijke aanduiding voor tekst 7">
            <a:extLst>
              <a:ext uri="{FF2B5EF4-FFF2-40B4-BE49-F238E27FC236}">
                <a16:creationId xmlns:a16="http://schemas.microsoft.com/office/drawing/2014/main" id="{A90AD210-5EF6-7789-0BC1-399C9C61573D}"/>
              </a:ext>
            </a:extLst>
          </p:cNvPr>
          <p:cNvSpPr>
            <a:spLocks noGrp="1"/>
          </p:cNvSpPr>
          <p:nvPr>
            <p:ph type="body" sz="quarter" idx="11"/>
          </p:nvPr>
        </p:nvSpPr>
        <p:spPr>
          <a:xfrm>
            <a:off x="0" y="0"/>
            <a:ext cx="5793179" cy="6858000"/>
          </a:xfrm>
          <a:custGeom>
            <a:avLst/>
            <a:gdLst>
              <a:gd name="connsiteX0" fmla="*/ 0 w 11584964"/>
              <a:gd name="connsiteY0" fmla="*/ 0 h 13714350"/>
              <a:gd name="connsiteX1" fmla="*/ 10378683 w 11584964"/>
              <a:gd name="connsiteY1" fmla="*/ 0 h 13714350"/>
              <a:gd name="connsiteX2" fmla="*/ 11559916 w 11584964"/>
              <a:gd name="connsiteY2" fmla="*/ 1448653 h 13714350"/>
              <a:gd name="connsiteX3" fmla="*/ 9042372 w 11584964"/>
              <a:gd name="connsiteY3" fmla="*/ 13714350 h 13714350"/>
              <a:gd name="connsiteX4" fmla="*/ 0 w 11584964"/>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4" h="13714350">
                <a:moveTo>
                  <a:pt x="0" y="0"/>
                </a:moveTo>
                <a:lnTo>
                  <a:pt x="10378683" y="0"/>
                </a:lnTo>
                <a:cubicBezTo>
                  <a:pt x="11142525" y="0"/>
                  <a:pt x="11713344" y="701227"/>
                  <a:pt x="11559916" y="1448653"/>
                </a:cubicBezTo>
                <a:lnTo>
                  <a:pt x="9042372" y="13714350"/>
                </a:lnTo>
                <a:lnTo>
                  <a:pt x="0" y="13714350"/>
                </a:lnTo>
                <a:close/>
              </a:path>
            </a:pathLst>
          </a:custGeom>
          <a:solidFill>
            <a:schemeClr val="accent6"/>
          </a:solidFill>
        </p:spPr>
        <p:txBody>
          <a:bodyPr wrap="square" lIns="1512000" tIns="1512000" rIns="1440000" bIns="1440000">
            <a:noAutofit/>
          </a:bodyPr>
          <a:lstStyle>
            <a:lvl1pPr marL="0" indent="0">
              <a:lnSpc>
                <a:spcPct val="70000"/>
              </a:lnSpc>
              <a:buNone/>
              <a:defRPr sz="3600" b="1" i="1" cap="all" baseline="0">
                <a:solidFill>
                  <a:schemeClr val="bg1">
                    <a:alpha val="0"/>
                  </a:schemeClr>
                </a:solidFill>
                <a:latin typeface="+mj-lt"/>
              </a:defRPr>
            </a:lvl1pPr>
          </a:lstStyle>
          <a:p>
            <a:pPr lvl="0"/>
            <a:endParaRPr lang="nl-NL" dirty="0"/>
          </a:p>
        </p:txBody>
      </p:sp>
      <p:sp>
        <p:nvSpPr>
          <p:cNvPr id="6" name="Titel 1">
            <a:extLst>
              <a:ext uri="{FF2B5EF4-FFF2-40B4-BE49-F238E27FC236}">
                <a16:creationId xmlns:a16="http://schemas.microsoft.com/office/drawing/2014/main" id="{61400BE1-3B68-8853-D632-8855D8AF57B0}"/>
              </a:ext>
            </a:extLst>
          </p:cNvPr>
          <p:cNvSpPr>
            <a:spLocks noGrp="1"/>
          </p:cNvSpPr>
          <p:nvPr>
            <p:ph type="ctrTitle" hasCustomPrompt="1"/>
          </p:nvPr>
        </p:nvSpPr>
        <p:spPr>
          <a:xfrm>
            <a:off x="703640" y="719138"/>
            <a:ext cx="3921296" cy="1700914"/>
          </a:xfrm>
        </p:spPr>
        <p:txBody>
          <a:bodyPr anchor="t"/>
          <a:lstStyle>
            <a:lvl1pPr algn="l">
              <a:lnSpc>
                <a:spcPct val="80000"/>
              </a:lnSpc>
              <a:defRPr sz="4800" b="1" i="1">
                <a:solidFill>
                  <a:schemeClr val="bg1"/>
                </a:solidFill>
              </a:defRPr>
            </a:lvl1pPr>
          </a:lstStyle>
          <a:p>
            <a:r>
              <a:rPr lang="nl-NL" noProof="0" dirty="0"/>
              <a:t>KLIK OM TITEL TE BEWERKEN</a:t>
            </a:r>
          </a:p>
        </p:txBody>
      </p:sp>
      <p:sp>
        <p:nvSpPr>
          <p:cNvPr id="7" name="Tijdelijke aanduiding voor tekst 6">
            <a:extLst>
              <a:ext uri="{FF2B5EF4-FFF2-40B4-BE49-F238E27FC236}">
                <a16:creationId xmlns:a16="http://schemas.microsoft.com/office/drawing/2014/main" id="{DBD9513E-A36E-E202-CBE2-07E8C9284713}"/>
              </a:ext>
            </a:extLst>
          </p:cNvPr>
          <p:cNvSpPr>
            <a:spLocks noGrp="1"/>
          </p:cNvSpPr>
          <p:nvPr>
            <p:ph type="body" sz="quarter" idx="21" hasCustomPrompt="1"/>
          </p:nvPr>
        </p:nvSpPr>
        <p:spPr>
          <a:xfrm>
            <a:off x="6264876" y="1090613"/>
            <a:ext cx="5206397" cy="4751387"/>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8" name="Rechthoek 7">
            <a:extLst>
              <a:ext uri="{FF2B5EF4-FFF2-40B4-BE49-F238E27FC236}">
                <a16:creationId xmlns:a16="http://schemas.microsoft.com/office/drawing/2014/main" id="{501279D1-F2ED-8F25-1AE1-B0D8BBB840AE}"/>
              </a:ext>
            </a:extLst>
          </p:cNvPr>
          <p:cNvSpPr/>
          <p:nvPr userDrawn="1"/>
        </p:nvSpPr>
        <p:spPr>
          <a:xfrm>
            <a:off x="0" y="-425941"/>
            <a:ext cx="1106393"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 Blauw</a:t>
            </a:r>
          </a:p>
        </p:txBody>
      </p:sp>
      <p:sp>
        <p:nvSpPr>
          <p:cNvPr id="2" name="Tijdelijke aanduiding voor tekst 1">
            <a:extLst>
              <a:ext uri="{FF2B5EF4-FFF2-40B4-BE49-F238E27FC236}">
                <a16:creationId xmlns:a16="http://schemas.microsoft.com/office/drawing/2014/main" id="{5430582C-870D-31D0-CC1D-F26F305CD0FA}"/>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9" name="Tijdelijke aanduiding voor tekst 8">
            <a:extLst>
              <a:ext uri="{FF2B5EF4-FFF2-40B4-BE49-F238E27FC236}">
                <a16:creationId xmlns:a16="http://schemas.microsoft.com/office/drawing/2014/main" id="{5B6389CB-A26E-C915-428E-E528DC66FF4A}"/>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656109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vatile - Lichtblauw">
    <p:spTree>
      <p:nvGrpSpPr>
        <p:cNvPr id="1" name=""/>
        <p:cNvGrpSpPr/>
        <p:nvPr/>
      </p:nvGrpSpPr>
      <p:grpSpPr>
        <a:xfrm>
          <a:off x="0" y="0"/>
          <a:ext cx="0" cy="0"/>
          <a:chOff x="0" y="0"/>
          <a:chExt cx="0" cy="0"/>
        </a:xfrm>
      </p:grpSpPr>
      <p:sp>
        <p:nvSpPr>
          <p:cNvPr id="5" name="Tijdelijke aanduiding voor tekst 7">
            <a:extLst>
              <a:ext uri="{FF2B5EF4-FFF2-40B4-BE49-F238E27FC236}">
                <a16:creationId xmlns:a16="http://schemas.microsoft.com/office/drawing/2014/main" id="{A90AD210-5EF6-7789-0BC1-399C9C61573D}"/>
              </a:ext>
            </a:extLst>
          </p:cNvPr>
          <p:cNvSpPr>
            <a:spLocks noGrp="1"/>
          </p:cNvSpPr>
          <p:nvPr>
            <p:ph type="body" sz="quarter" idx="11"/>
          </p:nvPr>
        </p:nvSpPr>
        <p:spPr>
          <a:xfrm>
            <a:off x="0" y="0"/>
            <a:ext cx="5793179" cy="6858000"/>
          </a:xfrm>
          <a:custGeom>
            <a:avLst/>
            <a:gdLst>
              <a:gd name="connsiteX0" fmla="*/ 0 w 11584964"/>
              <a:gd name="connsiteY0" fmla="*/ 0 h 13714350"/>
              <a:gd name="connsiteX1" fmla="*/ 10378683 w 11584964"/>
              <a:gd name="connsiteY1" fmla="*/ 0 h 13714350"/>
              <a:gd name="connsiteX2" fmla="*/ 11559916 w 11584964"/>
              <a:gd name="connsiteY2" fmla="*/ 1448653 h 13714350"/>
              <a:gd name="connsiteX3" fmla="*/ 9042372 w 11584964"/>
              <a:gd name="connsiteY3" fmla="*/ 13714350 h 13714350"/>
              <a:gd name="connsiteX4" fmla="*/ 0 w 11584964"/>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4" h="13714350">
                <a:moveTo>
                  <a:pt x="0" y="0"/>
                </a:moveTo>
                <a:lnTo>
                  <a:pt x="10378683" y="0"/>
                </a:lnTo>
                <a:cubicBezTo>
                  <a:pt x="11142525" y="0"/>
                  <a:pt x="11713344" y="701227"/>
                  <a:pt x="11559916" y="1448653"/>
                </a:cubicBezTo>
                <a:lnTo>
                  <a:pt x="9042372" y="13714350"/>
                </a:lnTo>
                <a:lnTo>
                  <a:pt x="0" y="13714350"/>
                </a:lnTo>
                <a:close/>
              </a:path>
            </a:pathLst>
          </a:custGeom>
          <a:solidFill>
            <a:schemeClr val="accent5"/>
          </a:solidFill>
        </p:spPr>
        <p:txBody>
          <a:bodyPr wrap="square" lIns="1512000" tIns="1512000" rIns="1440000" bIns="1440000">
            <a:noAutofit/>
          </a:bodyPr>
          <a:lstStyle>
            <a:lvl1pPr marL="0" indent="0">
              <a:lnSpc>
                <a:spcPct val="70000"/>
              </a:lnSpc>
              <a:buNone/>
              <a:defRPr sz="3600" b="1" i="1" cap="all" baseline="0">
                <a:solidFill>
                  <a:schemeClr val="bg1">
                    <a:alpha val="0"/>
                  </a:schemeClr>
                </a:solidFill>
                <a:latin typeface="+mj-lt"/>
              </a:defRPr>
            </a:lvl1pPr>
          </a:lstStyle>
          <a:p>
            <a:pPr lvl="0"/>
            <a:endParaRPr lang="nl-NL" dirty="0"/>
          </a:p>
        </p:txBody>
      </p:sp>
      <p:sp>
        <p:nvSpPr>
          <p:cNvPr id="6" name="Titel 1">
            <a:extLst>
              <a:ext uri="{FF2B5EF4-FFF2-40B4-BE49-F238E27FC236}">
                <a16:creationId xmlns:a16="http://schemas.microsoft.com/office/drawing/2014/main" id="{61400BE1-3B68-8853-D632-8855D8AF57B0}"/>
              </a:ext>
            </a:extLst>
          </p:cNvPr>
          <p:cNvSpPr>
            <a:spLocks noGrp="1"/>
          </p:cNvSpPr>
          <p:nvPr>
            <p:ph type="ctrTitle" hasCustomPrompt="1"/>
          </p:nvPr>
        </p:nvSpPr>
        <p:spPr>
          <a:xfrm>
            <a:off x="703640" y="719138"/>
            <a:ext cx="3921296" cy="1700914"/>
          </a:xfrm>
        </p:spPr>
        <p:txBody>
          <a:bodyPr anchor="t"/>
          <a:lstStyle>
            <a:lvl1pPr algn="l">
              <a:lnSpc>
                <a:spcPct val="80000"/>
              </a:lnSpc>
              <a:defRPr sz="4800" b="1" i="1">
                <a:solidFill>
                  <a:schemeClr val="bg1"/>
                </a:solidFill>
              </a:defRPr>
            </a:lvl1pPr>
          </a:lstStyle>
          <a:p>
            <a:r>
              <a:rPr lang="nl-NL" noProof="0" dirty="0"/>
              <a:t>KLIK OM TITEL TE BEWERKEN</a:t>
            </a:r>
          </a:p>
        </p:txBody>
      </p:sp>
      <p:sp>
        <p:nvSpPr>
          <p:cNvPr id="7" name="Tijdelijke aanduiding voor tekst 6">
            <a:extLst>
              <a:ext uri="{FF2B5EF4-FFF2-40B4-BE49-F238E27FC236}">
                <a16:creationId xmlns:a16="http://schemas.microsoft.com/office/drawing/2014/main" id="{DBD9513E-A36E-E202-CBE2-07E8C9284713}"/>
              </a:ext>
            </a:extLst>
          </p:cNvPr>
          <p:cNvSpPr>
            <a:spLocks noGrp="1"/>
          </p:cNvSpPr>
          <p:nvPr>
            <p:ph type="body" sz="quarter" idx="21" hasCustomPrompt="1"/>
          </p:nvPr>
        </p:nvSpPr>
        <p:spPr>
          <a:xfrm>
            <a:off x="6264876" y="1090613"/>
            <a:ext cx="5206397" cy="4751387"/>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8" name="Rechthoek 7">
            <a:extLst>
              <a:ext uri="{FF2B5EF4-FFF2-40B4-BE49-F238E27FC236}">
                <a16:creationId xmlns:a16="http://schemas.microsoft.com/office/drawing/2014/main" id="{501279D1-F2ED-8F25-1AE1-B0D8BBB840AE}"/>
              </a:ext>
            </a:extLst>
          </p:cNvPr>
          <p:cNvSpPr/>
          <p:nvPr userDrawn="1"/>
        </p:nvSpPr>
        <p:spPr>
          <a:xfrm>
            <a:off x="0" y="-425941"/>
            <a:ext cx="144142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 Lichtblauw</a:t>
            </a:r>
          </a:p>
        </p:txBody>
      </p:sp>
      <p:sp>
        <p:nvSpPr>
          <p:cNvPr id="2" name="Tijdelijke aanduiding voor tekst 1">
            <a:extLst>
              <a:ext uri="{FF2B5EF4-FFF2-40B4-BE49-F238E27FC236}">
                <a16:creationId xmlns:a16="http://schemas.microsoft.com/office/drawing/2014/main" id="{1878D3F9-2A98-E743-BCE1-7313436C2845}"/>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9" name="Tijdelijke aanduiding voor tekst 8">
            <a:extLst>
              <a:ext uri="{FF2B5EF4-FFF2-40B4-BE49-F238E27FC236}">
                <a16:creationId xmlns:a16="http://schemas.microsoft.com/office/drawing/2014/main" id="{818DEEEB-7768-EE41-10AA-79F961FD5E0F}"/>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906752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vatile - Paars">
    <p:spTree>
      <p:nvGrpSpPr>
        <p:cNvPr id="1" name=""/>
        <p:cNvGrpSpPr/>
        <p:nvPr/>
      </p:nvGrpSpPr>
      <p:grpSpPr>
        <a:xfrm>
          <a:off x="0" y="0"/>
          <a:ext cx="0" cy="0"/>
          <a:chOff x="0" y="0"/>
          <a:chExt cx="0" cy="0"/>
        </a:xfrm>
      </p:grpSpPr>
      <p:sp>
        <p:nvSpPr>
          <p:cNvPr id="5" name="Tijdelijke aanduiding voor tekst 7">
            <a:extLst>
              <a:ext uri="{FF2B5EF4-FFF2-40B4-BE49-F238E27FC236}">
                <a16:creationId xmlns:a16="http://schemas.microsoft.com/office/drawing/2014/main" id="{A90AD210-5EF6-7789-0BC1-399C9C61573D}"/>
              </a:ext>
            </a:extLst>
          </p:cNvPr>
          <p:cNvSpPr>
            <a:spLocks noGrp="1"/>
          </p:cNvSpPr>
          <p:nvPr>
            <p:ph type="body" sz="quarter" idx="11"/>
          </p:nvPr>
        </p:nvSpPr>
        <p:spPr>
          <a:xfrm>
            <a:off x="0" y="0"/>
            <a:ext cx="5793179" cy="6858000"/>
          </a:xfrm>
          <a:custGeom>
            <a:avLst/>
            <a:gdLst>
              <a:gd name="connsiteX0" fmla="*/ 0 w 11584964"/>
              <a:gd name="connsiteY0" fmla="*/ 0 h 13714350"/>
              <a:gd name="connsiteX1" fmla="*/ 10378683 w 11584964"/>
              <a:gd name="connsiteY1" fmla="*/ 0 h 13714350"/>
              <a:gd name="connsiteX2" fmla="*/ 11559916 w 11584964"/>
              <a:gd name="connsiteY2" fmla="*/ 1448653 h 13714350"/>
              <a:gd name="connsiteX3" fmla="*/ 9042372 w 11584964"/>
              <a:gd name="connsiteY3" fmla="*/ 13714350 h 13714350"/>
              <a:gd name="connsiteX4" fmla="*/ 0 w 11584964"/>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4" h="13714350">
                <a:moveTo>
                  <a:pt x="0" y="0"/>
                </a:moveTo>
                <a:lnTo>
                  <a:pt x="10378683" y="0"/>
                </a:lnTo>
                <a:cubicBezTo>
                  <a:pt x="11142525" y="0"/>
                  <a:pt x="11713344" y="701227"/>
                  <a:pt x="11559916" y="1448653"/>
                </a:cubicBezTo>
                <a:lnTo>
                  <a:pt x="9042372" y="13714350"/>
                </a:lnTo>
                <a:lnTo>
                  <a:pt x="0" y="13714350"/>
                </a:lnTo>
                <a:close/>
              </a:path>
            </a:pathLst>
          </a:custGeom>
          <a:solidFill>
            <a:schemeClr val="accent4"/>
          </a:solidFill>
        </p:spPr>
        <p:txBody>
          <a:bodyPr wrap="square" lIns="1512000" tIns="1512000" rIns="1440000" bIns="1440000">
            <a:noAutofit/>
          </a:bodyPr>
          <a:lstStyle>
            <a:lvl1pPr marL="0" indent="0">
              <a:lnSpc>
                <a:spcPct val="70000"/>
              </a:lnSpc>
              <a:buNone/>
              <a:defRPr sz="3600" b="1" i="1" cap="all" baseline="0">
                <a:solidFill>
                  <a:schemeClr val="bg1">
                    <a:alpha val="0"/>
                  </a:schemeClr>
                </a:solidFill>
                <a:latin typeface="+mj-lt"/>
              </a:defRPr>
            </a:lvl1pPr>
          </a:lstStyle>
          <a:p>
            <a:pPr lvl="0"/>
            <a:endParaRPr lang="nl-NL" dirty="0"/>
          </a:p>
        </p:txBody>
      </p:sp>
      <p:sp>
        <p:nvSpPr>
          <p:cNvPr id="6" name="Titel 1">
            <a:extLst>
              <a:ext uri="{FF2B5EF4-FFF2-40B4-BE49-F238E27FC236}">
                <a16:creationId xmlns:a16="http://schemas.microsoft.com/office/drawing/2014/main" id="{61400BE1-3B68-8853-D632-8855D8AF57B0}"/>
              </a:ext>
            </a:extLst>
          </p:cNvPr>
          <p:cNvSpPr>
            <a:spLocks noGrp="1"/>
          </p:cNvSpPr>
          <p:nvPr>
            <p:ph type="ctrTitle" hasCustomPrompt="1"/>
          </p:nvPr>
        </p:nvSpPr>
        <p:spPr>
          <a:xfrm>
            <a:off x="703640" y="719138"/>
            <a:ext cx="3921296" cy="1589630"/>
          </a:xfrm>
        </p:spPr>
        <p:txBody>
          <a:bodyPr anchor="t"/>
          <a:lstStyle>
            <a:lvl1pPr algn="l">
              <a:lnSpc>
                <a:spcPct val="80000"/>
              </a:lnSpc>
              <a:defRPr sz="4800" b="1" i="1">
                <a:solidFill>
                  <a:schemeClr val="tx1"/>
                </a:solidFill>
              </a:defRPr>
            </a:lvl1pPr>
          </a:lstStyle>
          <a:p>
            <a:r>
              <a:rPr lang="nl-NL" noProof="0" dirty="0"/>
              <a:t>KLIK OM TITEL TE BEWERKEN</a:t>
            </a:r>
          </a:p>
        </p:txBody>
      </p:sp>
      <p:sp>
        <p:nvSpPr>
          <p:cNvPr id="7" name="Tijdelijke aanduiding voor tekst 6">
            <a:extLst>
              <a:ext uri="{FF2B5EF4-FFF2-40B4-BE49-F238E27FC236}">
                <a16:creationId xmlns:a16="http://schemas.microsoft.com/office/drawing/2014/main" id="{DBD9513E-A36E-E202-CBE2-07E8C9284713}"/>
              </a:ext>
            </a:extLst>
          </p:cNvPr>
          <p:cNvSpPr>
            <a:spLocks noGrp="1"/>
          </p:cNvSpPr>
          <p:nvPr>
            <p:ph type="body" sz="quarter" idx="21" hasCustomPrompt="1"/>
          </p:nvPr>
        </p:nvSpPr>
        <p:spPr>
          <a:xfrm>
            <a:off x="6264876" y="1090613"/>
            <a:ext cx="5206397" cy="4751387"/>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8" name="Rechthoek 7">
            <a:extLst>
              <a:ext uri="{FF2B5EF4-FFF2-40B4-BE49-F238E27FC236}">
                <a16:creationId xmlns:a16="http://schemas.microsoft.com/office/drawing/2014/main" id="{501279D1-F2ED-8F25-1AE1-B0D8BBB840AE}"/>
              </a:ext>
            </a:extLst>
          </p:cNvPr>
          <p:cNvSpPr/>
          <p:nvPr userDrawn="1"/>
        </p:nvSpPr>
        <p:spPr>
          <a:xfrm>
            <a:off x="0" y="-425941"/>
            <a:ext cx="108876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 Paars</a:t>
            </a:r>
          </a:p>
        </p:txBody>
      </p:sp>
      <p:sp>
        <p:nvSpPr>
          <p:cNvPr id="2" name="Tijdelijke aanduiding voor tekst 1">
            <a:extLst>
              <a:ext uri="{FF2B5EF4-FFF2-40B4-BE49-F238E27FC236}">
                <a16:creationId xmlns:a16="http://schemas.microsoft.com/office/drawing/2014/main" id="{06617011-2D35-4ED6-C4EA-0342DF60CCF4}"/>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9" name="Tijdelijke aanduiding voor tekst 8">
            <a:extLst>
              <a:ext uri="{FF2B5EF4-FFF2-40B4-BE49-F238E27FC236}">
                <a16:creationId xmlns:a16="http://schemas.microsoft.com/office/drawing/2014/main" id="{42223EE4-1C70-C309-C049-7EC94384D7EB}"/>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86607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Avatiles versie 1">
    <p:spTree>
      <p:nvGrpSpPr>
        <p:cNvPr id="1" name=""/>
        <p:cNvGrpSpPr/>
        <p:nvPr/>
      </p:nvGrpSpPr>
      <p:grpSpPr>
        <a:xfrm>
          <a:off x="0" y="0"/>
          <a:ext cx="0" cy="0"/>
          <a:chOff x="0" y="0"/>
          <a:chExt cx="0" cy="0"/>
        </a:xfrm>
      </p:grpSpPr>
      <p:sp>
        <p:nvSpPr>
          <p:cNvPr id="10" name="Vrije vorm 8">
            <a:extLst>
              <a:ext uri="{FF2B5EF4-FFF2-40B4-BE49-F238E27FC236}">
                <a16:creationId xmlns:a16="http://schemas.microsoft.com/office/drawing/2014/main" id="{A26BC87F-B4B6-1F56-A389-C072030B15BE}"/>
              </a:ext>
            </a:extLst>
          </p:cNvPr>
          <p:cNvSpPr/>
          <p:nvPr userDrawn="1"/>
        </p:nvSpPr>
        <p:spPr>
          <a:xfrm>
            <a:off x="9704448" y="0"/>
            <a:ext cx="2520210" cy="6856813"/>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1">
            <a:extLst>
              <a:ext uri="{FF2B5EF4-FFF2-40B4-BE49-F238E27FC236}">
                <a16:creationId xmlns:a16="http://schemas.microsoft.com/office/drawing/2014/main" id="{F904EA68-C5AA-81BB-EB80-456F64818BC6}"/>
              </a:ext>
            </a:extLst>
          </p:cNvPr>
          <p:cNvSpPr/>
          <p:nvPr userDrawn="1"/>
        </p:nvSpPr>
        <p:spPr>
          <a:xfrm>
            <a:off x="8728981" y="1900025"/>
            <a:ext cx="3495677" cy="4957117"/>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11" name="Freeform 3">
            <a:extLst>
              <a:ext uri="{FF2B5EF4-FFF2-40B4-BE49-F238E27FC236}">
                <a16:creationId xmlns:a16="http://schemas.microsoft.com/office/drawing/2014/main" id="{9A8E5F62-CE59-2DE1-E94F-EE04262AA25B}"/>
              </a:ext>
            </a:extLst>
          </p:cNvPr>
          <p:cNvSpPr>
            <a:spLocks noChangeArrowheads="1"/>
          </p:cNvSpPr>
          <p:nvPr userDrawn="1"/>
        </p:nvSpPr>
        <p:spPr bwMode="auto">
          <a:xfrm>
            <a:off x="7876838" y="4036952"/>
            <a:ext cx="3340033" cy="2821048"/>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4"/>
          </a:solidFill>
          <a:ln>
            <a:noFill/>
          </a:ln>
          <a:effectLst/>
        </p:spPr>
        <p:txBody>
          <a:bodyPr wrap="none" anchor="ctr"/>
          <a:lstStyle/>
          <a:p>
            <a:endParaRPr lang="nl-NL"/>
          </a:p>
        </p:txBody>
      </p:sp>
      <p:sp>
        <p:nvSpPr>
          <p:cNvPr id="4" name="Rechthoek 3">
            <a:extLst>
              <a:ext uri="{FF2B5EF4-FFF2-40B4-BE49-F238E27FC236}">
                <a16:creationId xmlns:a16="http://schemas.microsoft.com/office/drawing/2014/main" id="{4C80659E-99B5-A8D0-1AFD-F2F030F8262A}"/>
              </a:ext>
            </a:extLst>
          </p:cNvPr>
          <p:cNvSpPr/>
          <p:nvPr userDrawn="1"/>
        </p:nvSpPr>
        <p:spPr>
          <a:xfrm>
            <a:off x="0" y="-425941"/>
            <a:ext cx="122020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versie 1</a:t>
            </a:r>
          </a:p>
        </p:txBody>
      </p:sp>
      <p:sp>
        <p:nvSpPr>
          <p:cNvPr id="13" name="Titel 1">
            <a:extLst>
              <a:ext uri="{FF2B5EF4-FFF2-40B4-BE49-F238E27FC236}">
                <a16:creationId xmlns:a16="http://schemas.microsoft.com/office/drawing/2014/main" id="{D878D3B3-8711-A117-4CDC-18C9E4FACCA7}"/>
              </a:ext>
            </a:extLst>
          </p:cNvPr>
          <p:cNvSpPr>
            <a:spLocks noGrp="1"/>
          </p:cNvSpPr>
          <p:nvPr>
            <p:ph type="ctrTitle" hasCustomPrompt="1"/>
          </p:nvPr>
        </p:nvSpPr>
        <p:spPr>
          <a:xfrm>
            <a:off x="703640" y="2821048"/>
            <a:ext cx="7567524" cy="607952"/>
          </a:xfrm>
        </p:spPr>
        <p:txBody>
          <a:bodyPr anchor="t"/>
          <a:lstStyle>
            <a:lvl1pPr algn="l">
              <a:lnSpc>
                <a:spcPct val="80000"/>
              </a:lnSpc>
              <a:defRPr sz="4800" b="1" i="1">
                <a:solidFill>
                  <a:schemeClr val="tx1"/>
                </a:solidFill>
              </a:defRPr>
            </a:lvl1pPr>
          </a:lstStyle>
          <a:p>
            <a:r>
              <a:rPr lang="nl-NL" noProof="0" dirty="0"/>
              <a:t>KLIK OM TITEL TE BEWERKEN</a:t>
            </a:r>
          </a:p>
        </p:txBody>
      </p:sp>
      <p:sp>
        <p:nvSpPr>
          <p:cNvPr id="14" name="Tijdelijke aanduiding voor tekst 6">
            <a:extLst>
              <a:ext uri="{FF2B5EF4-FFF2-40B4-BE49-F238E27FC236}">
                <a16:creationId xmlns:a16="http://schemas.microsoft.com/office/drawing/2014/main" id="{75CBD337-566F-2BE2-A1AC-62A23C6F46B5}"/>
              </a:ext>
            </a:extLst>
          </p:cNvPr>
          <p:cNvSpPr>
            <a:spLocks noGrp="1"/>
          </p:cNvSpPr>
          <p:nvPr>
            <p:ph type="body" sz="quarter" idx="21" hasCustomPrompt="1"/>
          </p:nvPr>
        </p:nvSpPr>
        <p:spPr>
          <a:xfrm>
            <a:off x="719138" y="3513698"/>
            <a:ext cx="7567523" cy="2328302"/>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accent6"/>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6" name="Tijdelijke aanduiding voor tekst 5">
            <a:extLst>
              <a:ext uri="{FF2B5EF4-FFF2-40B4-BE49-F238E27FC236}">
                <a16:creationId xmlns:a16="http://schemas.microsoft.com/office/drawing/2014/main" id="{68FB1842-F0EF-8911-9313-00A79FA384E7}"/>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637601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Avatiles versie 2">
    <p:spTree>
      <p:nvGrpSpPr>
        <p:cNvPr id="1" name=""/>
        <p:cNvGrpSpPr/>
        <p:nvPr/>
      </p:nvGrpSpPr>
      <p:grpSpPr>
        <a:xfrm>
          <a:off x="0" y="0"/>
          <a:ext cx="0" cy="0"/>
          <a:chOff x="0" y="0"/>
          <a:chExt cx="0" cy="0"/>
        </a:xfrm>
      </p:grpSpPr>
      <p:sp>
        <p:nvSpPr>
          <p:cNvPr id="10" name="Vrije vorm 8">
            <a:extLst>
              <a:ext uri="{FF2B5EF4-FFF2-40B4-BE49-F238E27FC236}">
                <a16:creationId xmlns:a16="http://schemas.microsoft.com/office/drawing/2014/main" id="{A26BC87F-B4B6-1F56-A389-C072030B15BE}"/>
              </a:ext>
            </a:extLst>
          </p:cNvPr>
          <p:cNvSpPr/>
          <p:nvPr userDrawn="1"/>
        </p:nvSpPr>
        <p:spPr>
          <a:xfrm>
            <a:off x="9704448" y="0"/>
            <a:ext cx="2520210" cy="6856813"/>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1">
            <a:extLst>
              <a:ext uri="{FF2B5EF4-FFF2-40B4-BE49-F238E27FC236}">
                <a16:creationId xmlns:a16="http://schemas.microsoft.com/office/drawing/2014/main" id="{F904EA68-C5AA-81BB-EB80-456F64818BC6}"/>
              </a:ext>
            </a:extLst>
          </p:cNvPr>
          <p:cNvSpPr/>
          <p:nvPr userDrawn="1"/>
        </p:nvSpPr>
        <p:spPr>
          <a:xfrm>
            <a:off x="8728981" y="1900025"/>
            <a:ext cx="3495677" cy="4957117"/>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11" name="Freeform 3">
            <a:extLst>
              <a:ext uri="{FF2B5EF4-FFF2-40B4-BE49-F238E27FC236}">
                <a16:creationId xmlns:a16="http://schemas.microsoft.com/office/drawing/2014/main" id="{9A8E5F62-CE59-2DE1-E94F-EE04262AA25B}"/>
              </a:ext>
            </a:extLst>
          </p:cNvPr>
          <p:cNvSpPr>
            <a:spLocks noChangeArrowheads="1"/>
          </p:cNvSpPr>
          <p:nvPr userDrawn="1"/>
        </p:nvSpPr>
        <p:spPr bwMode="auto">
          <a:xfrm>
            <a:off x="7876838" y="4036952"/>
            <a:ext cx="3340033" cy="2821048"/>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4"/>
          </a:solidFill>
          <a:ln>
            <a:noFill/>
          </a:ln>
          <a:effectLst/>
        </p:spPr>
        <p:txBody>
          <a:bodyPr wrap="none" anchor="ctr"/>
          <a:lstStyle/>
          <a:p>
            <a:endParaRPr lang="nl-NL"/>
          </a:p>
        </p:txBody>
      </p:sp>
      <p:sp>
        <p:nvSpPr>
          <p:cNvPr id="4" name="Rechthoek 3">
            <a:extLst>
              <a:ext uri="{FF2B5EF4-FFF2-40B4-BE49-F238E27FC236}">
                <a16:creationId xmlns:a16="http://schemas.microsoft.com/office/drawing/2014/main" id="{4C80659E-99B5-A8D0-1AFD-F2F030F8262A}"/>
              </a:ext>
            </a:extLst>
          </p:cNvPr>
          <p:cNvSpPr/>
          <p:nvPr userDrawn="1"/>
        </p:nvSpPr>
        <p:spPr>
          <a:xfrm>
            <a:off x="0" y="-425941"/>
            <a:ext cx="122020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versie 2</a:t>
            </a:r>
          </a:p>
        </p:txBody>
      </p:sp>
      <p:sp>
        <p:nvSpPr>
          <p:cNvPr id="13" name="Titel 1">
            <a:extLst>
              <a:ext uri="{FF2B5EF4-FFF2-40B4-BE49-F238E27FC236}">
                <a16:creationId xmlns:a16="http://schemas.microsoft.com/office/drawing/2014/main" id="{D878D3B3-8711-A117-4CDC-18C9E4FACCA7}"/>
              </a:ext>
            </a:extLst>
          </p:cNvPr>
          <p:cNvSpPr>
            <a:spLocks noGrp="1"/>
          </p:cNvSpPr>
          <p:nvPr>
            <p:ph type="ctrTitle" hasCustomPrompt="1"/>
          </p:nvPr>
        </p:nvSpPr>
        <p:spPr>
          <a:xfrm>
            <a:off x="703640" y="2821048"/>
            <a:ext cx="7567524" cy="607952"/>
          </a:xfrm>
        </p:spPr>
        <p:txBody>
          <a:bodyPr anchor="t"/>
          <a:lstStyle>
            <a:lvl1pPr algn="l">
              <a:lnSpc>
                <a:spcPct val="80000"/>
              </a:lnSpc>
              <a:defRPr sz="4800" b="1" i="1">
                <a:solidFill>
                  <a:schemeClr val="tx1"/>
                </a:solidFill>
              </a:defRPr>
            </a:lvl1pPr>
          </a:lstStyle>
          <a:p>
            <a:r>
              <a:rPr lang="nl-NL" noProof="0" dirty="0"/>
              <a:t>KLIK OM TITEL TE BEWERKEN</a:t>
            </a:r>
          </a:p>
        </p:txBody>
      </p:sp>
      <p:sp>
        <p:nvSpPr>
          <p:cNvPr id="14" name="Tijdelijke aanduiding voor tekst 6">
            <a:extLst>
              <a:ext uri="{FF2B5EF4-FFF2-40B4-BE49-F238E27FC236}">
                <a16:creationId xmlns:a16="http://schemas.microsoft.com/office/drawing/2014/main" id="{75CBD337-566F-2BE2-A1AC-62A23C6F46B5}"/>
              </a:ext>
            </a:extLst>
          </p:cNvPr>
          <p:cNvSpPr>
            <a:spLocks noGrp="1"/>
          </p:cNvSpPr>
          <p:nvPr>
            <p:ph type="body" sz="quarter" idx="21" hasCustomPrompt="1"/>
          </p:nvPr>
        </p:nvSpPr>
        <p:spPr>
          <a:xfrm>
            <a:off x="719138" y="3513698"/>
            <a:ext cx="7567523" cy="2328302"/>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7" name="Tijdelijke aanduiding voor tekst 6">
            <a:extLst>
              <a:ext uri="{FF2B5EF4-FFF2-40B4-BE49-F238E27FC236}">
                <a16:creationId xmlns:a16="http://schemas.microsoft.com/office/drawing/2014/main" id="{429E9377-9D21-CFA2-30D0-D39F5F5C7158}"/>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854462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vatiles versie 3">
    <p:bg>
      <p:bgPr>
        <a:solidFill>
          <a:schemeClr val="accent1"/>
        </a:solidFill>
        <a:effectLst/>
      </p:bgPr>
    </p:bg>
    <p:spTree>
      <p:nvGrpSpPr>
        <p:cNvPr id="1" name=""/>
        <p:cNvGrpSpPr/>
        <p:nvPr/>
      </p:nvGrpSpPr>
      <p:grpSpPr>
        <a:xfrm>
          <a:off x="0" y="0"/>
          <a:ext cx="0" cy="0"/>
          <a:chOff x="0" y="0"/>
          <a:chExt cx="0" cy="0"/>
        </a:xfrm>
      </p:grpSpPr>
      <p:sp>
        <p:nvSpPr>
          <p:cNvPr id="10" name="Vrije vorm 8">
            <a:extLst>
              <a:ext uri="{FF2B5EF4-FFF2-40B4-BE49-F238E27FC236}">
                <a16:creationId xmlns:a16="http://schemas.microsoft.com/office/drawing/2014/main" id="{A26BC87F-B4B6-1F56-A389-C072030B15BE}"/>
              </a:ext>
            </a:extLst>
          </p:cNvPr>
          <p:cNvSpPr/>
          <p:nvPr userDrawn="1"/>
        </p:nvSpPr>
        <p:spPr>
          <a:xfrm>
            <a:off x="9704448" y="0"/>
            <a:ext cx="2520210" cy="6856813"/>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1">
            <a:extLst>
              <a:ext uri="{FF2B5EF4-FFF2-40B4-BE49-F238E27FC236}">
                <a16:creationId xmlns:a16="http://schemas.microsoft.com/office/drawing/2014/main" id="{F904EA68-C5AA-81BB-EB80-456F64818BC6}"/>
              </a:ext>
            </a:extLst>
          </p:cNvPr>
          <p:cNvSpPr/>
          <p:nvPr userDrawn="1"/>
        </p:nvSpPr>
        <p:spPr>
          <a:xfrm>
            <a:off x="8728981" y="1900025"/>
            <a:ext cx="3495677" cy="4957117"/>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11" name="Freeform 3">
            <a:extLst>
              <a:ext uri="{FF2B5EF4-FFF2-40B4-BE49-F238E27FC236}">
                <a16:creationId xmlns:a16="http://schemas.microsoft.com/office/drawing/2014/main" id="{9A8E5F62-CE59-2DE1-E94F-EE04262AA25B}"/>
              </a:ext>
            </a:extLst>
          </p:cNvPr>
          <p:cNvSpPr>
            <a:spLocks noChangeArrowheads="1"/>
          </p:cNvSpPr>
          <p:nvPr userDrawn="1"/>
        </p:nvSpPr>
        <p:spPr bwMode="auto">
          <a:xfrm>
            <a:off x="7876838" y="4036952"/>
            <a:ext cx="3340033" cy="2821048"/>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5"/>
          </a:solidFill>
          <a:ln>
            <a:noFill/>
          </a:ln>
          <a:effectLst/>
        </p:spPr>
        <p:txBody>
          <a:bodyPr wrap="none" anchor="ctr"/>
          <a:lstStyle/>
          <a:p>
            <a:endParaRPr lang="nl-NL"/>
          </a:p>
        </p:txBody>
      </p:sp>
      <p:sp>
        <p:nvSpPr>
          <p:cNvPr id="4" name="Rechthoek 3">
            <a:extLst>
              <a:ext uri="{FF2B5EF4-FFF2-40B4-BE49-F238E27FC236}">
                <a16:creationId xmlns:a16="http://schemas.microsoft.com/office/drawing/2014/main" id="{4C80659E-99B5-A8D0-1AFD-F2F030F8262A}"/>
              </a:ext>
            </a:extLst>
          </p:cNvPr>
          <p:cNvSpPr/>
          <p:nvPr userDrawn="1"/>
        </p:nvSpPr>
        <p:spPr>
          <a:xfrm>
            <a:off x="0" y="-425941"/>
            <a:ext cx="122020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versie 3</a:t>
            </a:r>
          </a:p>
        </p:txBody>
      </p:sp>
      <p:sp>
        <p:nvSpPr>
          <p:cNvPr id="13" name="Titel 1">
            <a:extLst>
              <a:ext uri="{FF2B5EF4-FFF2-40B4-BE49-F238E27FC236}">
                <a16:creationId xmlns:a16="http://schemas.microsoft.com/office/drawing/2014/main" id="{D878D3B3-8711-A117-4CDC-18C9E4FACCA7}"/>
              </a:ext>
            </a:extLst>
          </p:cNvPr>
          <p:cNvSpPr>
            <a:spLocks noGrp="1"/>
          </p:cNvSpPr>
          <p:nvPr>
            <p:ph type="ctrTitle" hasCustomPrompt="1"/>
          </p:nvPr>
        </p:nvSpPr>
        <p:spPr>
          <a:xfrm>
            <a:off x="703640" y="2821048"/>
            <a:ext cx="7567524" cy="607952"/>
          </a:xfrm>
        </p:spPr>
        <p:txBody>
          <a:bodyPr anchor="t"/>
          <a:lstStyle>
            <a:lvl1pPr algn="l">
              <a:lnSpc>
                <a:spcPct val="80000"/>
              </a:lnSpc>
              <a:defRPr sz="4800" b="1" i="1">
                <a:solidFill>
                  <a:schemeClr val="bg1"/>
                </a:solidFill>
              </a:defRPr>
            </a:lvl1pPr>
          </a:lstStyle>
          <a:p>
            <a:r>
              <a:rPr lang="nl-NL" noProof="0" dirty="0"/>
              <a:t>KLIK OM TITEL TE BEWERKEN</a:t>
            </a:r>
          </a:p>
        </p:txBody>
      </p:sp>
      <p:sp>
        <p:nvSpPr>
          <p:cNvPr id="14" name="Tijdelijke aanduiding voor tekst 6">
            <a:extLst>
              <a:ext uri="{FF2B5EF4-FFF2-40B4-BE49-F238E27FC236}">
                <a16:creationId xmlns:a16="http://schemas.microsoft.com/office/drawing/2014/main" id="{75CBD337-566F-2BE2-A1AC-62A23C6F46B5}"/>
              </a:ext>
            </a:extLst>
          </p:cNvPr>
          <p:cNvSpPr>
            <a:spLocks noGrp="1"/>
          </p:cNvSpPr>
          <p:nvPr>
            <p:ph type="body" sz="quarter" idx="21" hasCustomPrompt="1"/>
          </p:nvPr>
        </p:nvSpPr>
        <p:spPr>
          <a:xfrm>
            <a:off x="719138" y="3513698"/>
            <a:ext cx="7567523" cy="2328302"/>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5" name="Tijdelijke aanduiding voor tekst 4">
            <a:extLst>
              <a:ext uri="{FF2B5EF4-FFF2-40B4-BE49-F238E27FC236}">
                <a16:creationId xmlns:a16="http://schemas.microsoft.com/office/drawing/2014/main" id="{0821DA41-5BDF-200F-E951-5A45C08ECB1F}"/>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935337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Avatiles versie 4">
    <p:bg>
      <p:bgPr>
        <a:solidFill>
          <a:schemeClr val="accent6"/>
        </a:solidFill>
        <a:effectLst/>
      </p:bgPr>
    </p:bg>
    <p:spTree>
      <p:nvGrpSpPr>
        <p:cNvPr id="1" name=""/>
        <p:cNvGrpSpPr/>
        <p:nvPr/>
      </p:nvGrpSpPr>
      <p:grpSpPr>
        <a:xfrm>
          <a:off x="0" y="0"/>
          <a:ext cx="0" cy="0"/>
          <a:chOff x="0" y="0"/>
          <a:chExt cx="0" cy="0"/>
        </a:xfrm>
      </p:grpSpPr>
      <p:sp>
        <p:nvSpPr>
          <p:cNvPr id="10" name="Vrije vorm 8">
            <a:extLst>
              <a:ext uri="{FF2B5EF4-FFF2-40B4-BE49-F238E27FC236}">
                <a16:creationId xmlns:a16="http://schemas.microsoft.com/office/drawing/2014/main" id="{A26BC87F-B4B6-1F56-A389-C072030B15BE}"/>
              </a:ext>
            </a:extLst>
          </p:cNvPr>
          <p:cNvSpPr/>
          <p:nvPr userDrawn="1"/>
        </p:nvSpPr>
        <p:spPr>
          <a:xfrm>
            <a:off x="9704448" y="0"/>
            <a:ext cx="2520210" cy="6856813"/>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1">
            <a:extLst>
              <a:ext uri="{FF2B5EF4-FFF2-40B4-BE49-F238E27FC236}">
                <a16:creationId xmlns:a16="http://schemas.microsoft.com/office/drawing/2014/main" id="{F904EA68-C5AA-81BB-EB80-456F64818BC6}"/>
              </a:ext>
            </a:extLst>
          </p:cNvPr>
          <p:cNvSpPr/>
          <p:nvPr userDrawn="1"/>
        </p:nvSpPr>
        <p:spPr>
          <a:xfrm>
            <a:off x="8728981" y="1900025"/>
            <a:ext cx="3495677" cy="4957117"/>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11" name="Freeform 3">
            <a:extLst>
              <a:ext uri="{FF2B5EF4-FFF2-40B4-BE49-F238E27FC236}">
                <a16:creationId xmlns:a16="http://schemas.microsoft.com/office/drawing/2014/main" id="{9A8E5F62-CE59-2DE1-E94F-EE04262AA25B}"/>
              </a:ext>
            </a:extLst>
          </p:cNvPr>
          <p:cNvSpPr>
            <a:spLocks noChangeArrowheads="1"/>
          </p:cNvSpPr>
          <p:nvPr userDrawn="1"/>
        </p:nvSpPr>
        <p:spPr bwMode="auto">
          <a:xfrm>
            <a:off x="7876838" y="4036952"/>
            <a:ext cx="3340033" cy="2821048"/>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1"/>
          </a:solidFill>
          <a:ln>
            <a:noFill/>
          </a:ln>
          <a:effectLst/>
        </p:spPr>
        <p:txBody>
          <a:bodyPr wrap="none" anchor="ctr"/>
          <a:lstStyle/>
          <a:p>
            <a:endParaRPr lang="nl-NL"/>
          </a:p>
        </p:txBody>
      </p:sp>
      <p:sp>
        <p:nvSpPr>
          <p:cNvPr id="4" name="Rechthoek 3">
            <a:extLst>
              <a:ext uri="{FF2B5EF4-FFF2-40B4-BE49-F238E27FC236}">
                <a16:creationId xmlns:a16="http://schemas.microsoft.com/office/drawing/2014/main" id="{4C80659E-99B5-A8D0-1AFD-F2F030F8262A}"/>
              </a:ext>
            </a:extLst>
          </p:cNvPr>
          <p:cNvSpPr/>
          <p:nvPr userDrawn="1"/>
        </p:nvSpPr>
        <p:spPr>
          <a:xfrm>
            <a:off x="0" y="-425941"/>
            <a:ext cx="122020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versie 4</a:t>
            </a:r>
          </a:p>
        </p:txBody>
      </p:sp>
      <p:sp>
        <p:nvSpPr>
          <p:cNvPr id="13" name="Titel 1">
            <a:extLst>
              <a:ext uri="{FF2B5EF4-FFF2-40B4-BE49-F238E27FC236}">
                <a16:creationId xmlns:a16="http://schemas.microsoft.com/office/drawing/2014/main" id="{D878D3B3-8711-A117-4CDC-18C9E4FACCA7}"/>
              </a:ext>
            </a:extLst>
          </p:cNvPr>
          <p:cNvSpPr>
            <a:spLocks noGrp="1"/>
          </p:cNvSpPr>
          <p:nvPr>
            <p:ph type="ctrTitle" hasCustomPrompt="1"/>
          </p:nvPr>
        </p:nvSpPr>
        <p:spPr>
          <a:xfrm>
            <a:off x="703640" y="2821048"/>
            <a:ext cx="7567524" cy="607952"/>
          </a:xfrm>
        </p:spPr>
        <p:txBody>
          <a:bodyPr anchor="t"/>
          <a:lstStyle>
            <a:lvl1pPr algn="l">
              <a:lnSpc>
                <a:spcPct val="80000"/>
              </a:lnSpc>
              <a:defRPr sz="4800" b="1" i="1">
                <a:solidFill>
                  <a:schemeClr val="bg1"/>
                </a:solidFill>
              </a:defRPr>
            </a:lvl1pPr>
          </a:lstStyle>
          <a:p>
            <a:r>
              <a:rPr lang="nl-NL" noProof="0" dirty="0"/>
              <a:t>KLIK OM TITEL TE BEWERKEN</a:t>
            </a:r>
          </a:p>
        </p:txBody>
      </p:sp>
      <p:sp>
        <p:nvSpPr>
          <p:cNvPr id="14" name="Tijdelijke aanduiding voor tekst 6">
            <a:extLst>
              <a:ext uri="{FF2B5EF4-FFF2-40B4-BE49-F238E27FC236}">
                <a16:creationId xmlns:a16="http://schemas.microsoft.com/office/drawing/2014/main" id="{75CBD337-566F-2BE2-A1AC-62A23C6F46B5}"/>
              </a:ext>
            </a:extLst>
          </p:cNvPr>
          <p:cNvSpPr>
            <a:spLocks noGrp="1"/>
          </p:cNvSpPr>
          <p:nvPr>
            <p:ph type="body" sz="quarter" idx="21" hasCustomPrompt="1"/>
          </p:nvPr>
        </p:nvSpPr>
        <p:spPr>
          <a:xfrm>
            <a:off x="703641" y="3513698"/>
            <a:ext cx="7567523" cy="2328302"/>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5" name="Tijdelijke aanduiding voor tekst 4">
            <a:extLst>
              <a:ext uri="{FF2B5EF4-FFF2-40B4-BE49-F238E27FC236}">
                <a16:creationId xmlns:a16="http://schemas.microsoft.com/office/drawing/2014/main" id="{8B419E52-1D70-19F4-EF4D-C724BB18D46E}"/>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4078746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vatiles met titelkader versie 1">
    <p:bg>
      <p:bgPr>
        <a:solidFill>
          <a:schemeClr val="bg1"/>
        </a:solidFill>
        <a:effectLst/>
      </p:bgPr>
    </p:bg>
    <p:spTree>
      <p:nvGrpSpPr>
        <p:cNvPr id="1" name=""/>
        <p:cNvGrpSpPr/>
        <p:nvPr/>
      </p:nvGrpSpPr>
      <p:grpSpPr>
        <a:xfrm>
          <a:off x="0" y="0"/>
          <a:ext cx="0" cy="0"/>
          <a:chOff x="0" y="0"/>
          <a:chExt cx="0" cy="0"/>
        </a:xfrm>
      </p:grpSpPr>
      <p:sp>
        <p:nvSpPr>
          <p:cNvPr id="10" name="Vrije vorm 8">
            <a:extLst>
              <a:ext uri="{FF2B5EF4-FFF2-40B4-BE49-F238E27FC236}">
                <a16:creationId xmlns:a16="http://schemas.microsoft.com/office/drawing/2014/main" id="{A26BC87F-B4B6-1F56-A389-C072030B15BE}"/>
              </a:ext>
            </a:extLst>
          </p:cNvPr>
          <p:cNvSpPr/>
          <p:nvPr userDrawn="1"/>
        </p:nvSpPr>
        <p:spPr>
          <a:xfrm>
            <a:off x="9704448" y="0"/>
            <a:ext cx="2520210" cy="6856813"/>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1">
            <a:extLst>
              <a:ext uri="{FF2B5EF4-FFF2-40B4-BE49-F238E27FC236}">
                <a16:creationId xmlns:a16="http://schemas.microsoft.com/office/drawing/2014/main" id="{F904EA68-C5AA-81BB-EB80-456F64818BC6}"/>
              </a:ext>
            </a:extLst>
          </p:cNvPr>
          <p:cNvSpPr/>
          <p:nvPr userDrawn="1"/>
        </p:nvSpPr>
        <p:spPr>
          <a:xfrm>
            <a:off x="8728981" y="1900025"/>
            <a:ext cx="3495677" cy="4957117"/>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11" name="Freeform 3">
            <a:extLst>
              <a:ext uri="{FF2B5EF4-FFF2-40B4-BE49-F238E27FC236}">
                <a16:creationId xmlns:a16="http://schemas.microsoft.com/office/drawing/2014/main" id="{9A8E5F62-CE59-2DE1-E94F-EE04262AA25B}"/>
              </a:ext>
            </a:extLst>
          </p:cNvPr>
          <p:cNvSpPr>
            <a:spLocks noChangeArrowheads="1"/>
          </p:cNvSpPr>
          <p:nvPr userDrawn="1"/>
        </p:nvSpPr>
        <p:spPr bwMode="auto">
          <a:xfrm>
            <a:off x="7876838" y="4036952"/>
            <a:ext cx="3340033" cy="2821048"/>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4"/>
          </a:solidFill>
          <a:ln>
            <a:noFill/>
          </a:ln>
          <a:effectLst/>
        </p:spPr>
        <p:txBody>
          <a:bodyPr wrap="none" anchor="ctr"/>
          <a:lstStyle/>
          <a:p>
            <a:endParaRPr lang="nl-NL"/>
          </a:p>
        </p:txBody>
      </p:sp>
      <p:sp>
        <p:nvSpPr>
          <p:cNvPr id="4" name="Rechthoek 3">
            <a:extLst>
              <a:ext uri="{FF2B5EF4-FFF2-40B4-BE49-F238E27FC236}">
                <a16:creationId xmlns:a16="http://schemas.microsoft.com/office/drawing/2014/main" id="{4C80659E-99B5-A8D0-1AFD-F2F030F8262A}"/>
              </a:ext>
            </a:extLst>
          </p:cNvPr>
          <p:cNvSpPr/>
          <p:nvPr userDrawn="1"/>
        </p:nvSpPr>
        <p:spPr>
          <a:xfrm>
            <a:off x="0" y="-425941"/>
            <a:ext cx="227177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met titelkader versie 1</a:t>
            </a:r>
          </a:p>
        </p:txBody>
      </p:sp>
      <p:sp>
        <p:nvSpPr>
          <p:cNvPr id="6" name="Tijdelijke aanduiding voor tekst 9">
            <a:extLst>
              <a:ext uri="{FF2B5EF4-FFF2-40B4-BE49-F238E27FC236}">
                <a16:creationId xmlns:a16="http://schemas.microsoft.com/office/drawing/2014/main" id="{2C54BE82-AE65-2295-5C1D-AA38FA5F819F}"/>
              </a:ext>
            </a:extLst>
          </p:cNvPr>
          <p:cNvSpPr>
            <a:spLocks noGrp="1"/>
          </p:cNvSpPr>
          <p:nvPr>
            <p:ph type="body" sz="quarter" idx="13" hasCustomPrompt="1"/>
          </p:nvPr>
        </p:nvSpPr>
        <p:spPr>
          <a:xfrm>
            <a:off x="732033"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accent1"/>
          </a:solidFill>
        </p:spPr>
        <p:txBody>
          <a:bodyPr wrap="none" lIns="324000" tIns="252000" rIns="216000" bIns="180000" anchor="ctr" anchorCtr="0">
            <a:spAutoFit/>
          </a:bodyPr>
          <a:lstStyle>
            <a:lvl1pPr marL="0" indent="0" algn="l">
              <a:lnSpc>
                <a:spcPct val="70000"/>
              </a:lnSpc>
              <a:buNone/>
              <a:defRPr sz="1800" b="1" i="1" cap="all" baseline="0">
                <a:solidFill>
                  <a:schemeClr val="bg1"/>
                </a:solidFill>
                <a:latin typeface="+mn-lt"/>
              </a:defRPr>
            </a:lvl1pPr>
          </a:lstStyle>
          <a:p>
            <a:pPr lvl="0"/>
            <a:r>
              <a:rPr lang="nl-NL" dirty="0"/>
              <a:t>KLIK OM TITEL TE BEWERKEN</a:t>
            </a:r>
          </a:p>
        </p:txBody>
      </p:sp>
      <p:sp>
        <p:nvSpPr>
          <p:cNvPr id="7" name="Tijdelijke aanduiding voor tekst 14">
            <a:extLst>
              <a:ext uri="{FF2B5EF4-FFF2-40B4-BE49-F238E27FC236}">
                <a16:creationId xmlns:a16="http://schemas.microsoft.com/office/drawing/2014/main" id="{F0B04931-9EB9-F689-7A58-BC080C53CBE4}"/>
              </a:ext>
            </a:extLst>
          </p:cNvPr>
          <p:cNvSpPr>
            <a:spLocks noGrp="1"/>
          </p:cNvSpPr>
          <p:nvPr>
            <p:ph type="body" sz="quarter" idx="23" hasCustomPrompt="1"/>
          </p:nvPr>
        </p:nvSpPr>
        <p:spPr>
          <a:xfrm>
            <a:off x="719138" y="1592262"/>
            <a:ext cx="7157700" cy="536505"/>
          </a:xfrm>
        </p:spPr>
        <p:txBody>
          <a:bodyPr/>
          <a:lstStyle>
            <a:lvl1pPr marL="0" indent="0">
              <a:buNone/>
              <a:defRPr sz="3600" b="1" i="1">
                <a:solidFill>
                  <a:schemeClr val="tx1"/>
                </a:solidFill>
                <a:latin typeface="+mn-lt"/>
              </a:defRPr>
            </a:lvl1pPr>
          </a:lstStyle>
          <a:p>
            <a:pPr lvl="0"/>
            <a:r>
              <a:rPr lang="nl-NL" dirty="0"/>
              <a:t>Klik om ondertitel te bewerken</a:t>
            </a:r>
          </a:p>
        </p:txBody>
      </p:sp>
      <p:sp>
        <p:nvSpPr>
          <p:cNvPr id="9" name="Tijdelijke aanduiding voor tekst 6">
            <a:extLst>
              <a:ext uri="{FF2B5EF4-FFF2-40B4-BE49-F238E27FC236}">
                <a16:creationId xmlns:a16="http://schemas.microsoft.com/office/drawing/2014/main" id="{A35D1E31-0BE0-5853-C76E-159D3592566E}"/>
              </a:ext>
            </a:extLst>
          </p:cNvPr>
          <p:cNvSpPr>
            <a:spLocks noGrp="1"/>
          </p:cNvSpPr>
          <p:nvPr>
            <p:ph type="body" sz="quarter" idx="21" hasCustomPrompt="1"/>
          </p:nvPr>
        </p:nvSpPr>
        <p:spPr>
          <a:xfrm>
            <a:off x="732032" y="2388870"/>
            <a:ext cx="7144806" cy="3453130"/>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jdelijke aanduiding voor tekst 1">
            <a:extLst>
              <a:ext uri="{FF2B5EF4-FFF2-40B4-BE49-F238E27FC236}">
                <a16:creationId xmlns:a16="http://schemas.microsoft.com/office/drawing/2014/main" id="{FBC363D3-88C5-5C4E-A111-9C4FFF1C4D08}"/>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635012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vatiles met titelkader versie 2">
    <p:bg>
      <p:bgPr>
        <a:solidFill>
          <a:schemeClr val="bg1"/>
        </a:solidFill>
        <a:effectLst/>
      </p:bgPr>
    </p:bg>
    <p:spTree>
      <p:nvGrpSpPr>
        <p:cNvPr id="1" name=""/>
        <p:cNvGrpSpPr/>
        <p:nvPr/>
      </p:nvGrpSpPr>
      <p:grpSpPr>
        <a:xfrm>
          <a:off x="0" y="0"/>
          <a:ext cx="0" cy="0"/>
          <a:chOff x="0" y="0"/>
          <a:chExt cx="0" cy="0"/>
        </a:xfrm>
      </p:grpSpPr>
      <p:sp>
        <p:nvSpPr>
          <p:cNvPr id="10" name="Vrije vorm 8">
            <a:extLst>
              <a:ext uri="{FF2B5EF4-FFF2-40B4-BE49-F238E27FC236}">
                <a16:creationId xmlns:a16="http://schemas.microsoft.com/office/drawing/2014/main" id="{A26BC87F-B4B6-1F56-A389-C072030B15BE}"/>
              </a:ext>
            </a:extLst>
          </p:cNvPr>
          <p:cNvSpPr/>
          <p:nvPr userDrawn="1"/>
        </p:nvSpPr>
        <p:spPr>
          <a:xfrm>
            <a:off x="9704448" y="0"/>
            <a:ext cx="2520210" cy="6856813"/>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1">
            <a:extLst>
              <a:ext uri="{FF2B5EF4-FFF2-40B4-BE49-F238E27FC236}">
                <a16:creationId xmlns:a16="http://schemas.microsoft.com/office/drawing/2014/main" id="{F904EA68-C5AA-81BB-EB80-456F64818BC6}"/>
              </a:ext>
            </a:extLst>
          </p:cNvPr>
          <p:cNvSpPr/>
          <p:nvPr userDrawn="1"/>
        </p:nvSpPr>
        <p:spPr>
          <a:xfrm>
            <a:off x="8728981" y="1900025"/>
            <a:ext cx="3495677" cy="4957117"/>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11" name="Freeform 3">
            <a:extLst>
              <a:ext uri="{FF2B5EF4-FFF2-40B4-BE49-F238E27FC236}">
                <a16:creationId xmlns:a16="http://schemas.microsoft.com/office/drawing/2014/main" id="{9A8E5F62-CE59-2DE1-E94F-EE04262AA25B}"/>
              </a:ext>
            </a:extLst>
          </p:cNvPr>
          <p:cNvSpPr>
            <a:spLocks noChangeArrowheads="1"/>
          </p:cNvSpPr>
          <p:nvPr userDrawn="1"/>
        </p:nvSpPr>
        <p:spPr bwMode="auto">
          <a:xfrm>
            <a:off x="7876838" y="4036952"/>
            <a:ext cx="3340033" cy="2821048"/>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4"/>
          </a:solidFill>
          <a:ln>
            <a:noFill/>
          </a:ln>
          <a:effectLst/>
        </p:spPr>
        <p:txBody>
          <a:bodyPr wrap="none" anchor="ctr"/>
          <a:lstStyle/>
          <a:p>
            <a:endParaRPr lang="nl-NL"/>
          </a:p>
        </p:txBody>
      </p:sp>
      <p:sp>
        <p:nvSpPr>
          <p:cNvPr id="4" name="Rechthoek 3">
            <a:extLst>
              <a:ext uri="{FF2B5EF4-FFF2-40B4-BE49-F238E27FC236}">
                <a16:creationId xmlns:a16="http://schemas.microsoft.com/office/drawing/2014/main" id="{4C80659E-99B5-A8D0-1AFD-F2F030F8262A}"/>
              </a:ext>
            </a:extLst>
          </p:cNvPr>
          <p:cNvSpPr/>
          <p:nvPr userDrawn="1"/>
        </p:nvSpPr>
        <p:spPr>
          <a:xfrm>
            <a:off x="0" y="-425941"/>
            <a:ext cx="227177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met titelkader versie 2</a:t>
            </a:r>
          </a:p>
        </p:txBody>
      </p:sp>
      <p:sp>
        <p:nvSpPr>
          <p:cNvPr id="6" name="Tijdelijke aanduiding voor tekst 9">
            <a:extLst>
              <a:ext uri="{FF2B5EF4-FFF2-40B4-BE49-F238E27FC236}">
                <a16:creationId xmlns:a16="http://schemas.microsoft.com/office/drawing/2014/main" id="{2C54BE82-AE65-2295-5C1D-AA38FA5F819F}"/>
              </a:ext>
            </a:extLst>
          </p:cNvPr>
          <p:cNvSpPr>
            <a:spLocks noGrp="1"/>
          </p:cNvSpPr>
          <p:nvPr>
            <p:ph type="body" sz="quarter" idx="13" hasCustomPrompt="1"/>
          </p:nvPr>
        </p:nvSpPr>
        <p:spPr>
          <a:xfrm>
            <a:off x="732033"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accent5"/>
          </a:solidFill>
        </p:spPr>
        <p:txBody>
          <a:bodyPr wrap="none" lIns="324000" tIns="252000" rIns="216000" bIns="180000" anchor="ctr" anchorCtr="0">
            <a:spAutoFit/>
          </a:bodyPr>
          <a:lstStyle>
            <a:lvl1pPr marL="0" indent="0" algn="l">
              <a:lnSpc>
                <a:spcPct val="70000"/>
              </a:lnSpc>
              <a:buNone/>
              <a:defRPr sz="1800" b="1" i="1" cap="all" baseline="0">
                <a:solidFill>
                  <a:schemeClr val="bg1"/>
                </a:solidFill>
                <a:latin typeface="+mn-lt"/>
              </a:defRPr>
            </a:lvl1pPr>
          </a:lstStyle>
          <a:p>
            <a:pPr lvl="0"/>
            <a:r>
              <a:rPr lang="nl-NL" dirty="0"/>
              <a:t>KLIK OM TITEL TE BEWERKEN</a:t>
            </a:r>
          </a:p>
        </p:txBody>
      </p:sp>
      <p:sp>
        <p:nvSpPr>
          <p:cNvPr id="7" name="Tijdelijke aanduiding voor tekst 14">
            <a:extLst>
              <a:ext uri="{FF2B5EF4-FFF2-40B4-BE49-F238E27FC236}">
                <a16:creationId xmlns:a16="http://schemas.microsoft.com/office/drawing/2014/main" id="{F0B04931-9EB9-F689-7A58-BC080C53CBE4}"/>
              </a:ext>
            </a:extLst>
          </p:cNvPr>
          <p:cNvSpPr>
            <a:spLocks noGrp="1"/>
          </p:cNvSpPr>
          <p:nvPr>
            <p:ph type="body" sz="quarter" idx="23" hasCustomPrompt="1"/>
          </p:nvPr>
        </p:nvSpPr>
        <p:spPr>
          <a:xfrm>
            <a:off x="719138" y="1592262"/>
            <a:ext cx="7157700" cy="536505"/>
          </a:xfrm>
        </p:spPr>
        <p:txBody>
          <a:bodyPr/>
          <a:lstStyle>
            <a:lvl1pPr marL="0" indent="0">
              <a:buNone/>
              <a:defRPr sz="3600" b="1" i="1">
                <a:solidFill>
                  <a:schemeClr val="tx1"/>
                </a:solidFill>
                <a:latin typeface="+mn-lt"/>
              </a:defRPr>
            </a:lvl1pPr>
          </a:lstStyle>
          <a:p>
            <a:pPr lvl="0"/>
            <a:r>
              <a:rPr lang="nl-NL" dirty="0"/>
              <a:t>Klik om ondertitel te bewerken</a:t>
            </a:r>
          </a:p>
        </p:txBody>
      </p:sp>
      <p:sp>
        <p:nvSpPr>
          <p:cNvPr id="9" name="Tijdelijke aanduiding voor tekst 6">
            <a:extLst>
              <a:ext uri="{FF2B5EF4-FFF2-40B4-BE49-F238E27FC236}">
                <a16:creationId xmlns:a16="http://schemas.microsoft.com/office/drawing/2014/main" id="{A35D1E31-0BE0-5853-C76E-159D3592566E}"/>
              </a:ext>
            </a:extLst>
          </p:cNvPr>
          <p:cNvSpPr>
            <a:spLocks noGrp="1"/>
          </p:cNvSpPr>
          <p:nvPr>
            <p:ph type="body" sz="quarter" idx="21" hasCustomPrompt="1"/>
          </p:nvPr>
        </p:nvSpPr>
        <p:spPr>
          <a:xfrm>
            <a:off x="732032" y="2388870"/>
            <a:ext cx="7144806" cy="3453130"/>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5" name="Tijdelijke aanduiding voor tekst 4">
            <a:extLst>
              <a:ext uri="{FF2B5EF4-FFF2-40B4-BE49-F238E27FC236}">
                <a16:creationId xmlns:a16="http://schemas.microsoft.com/office/drawing/2014/main" id="{BB1319D3-81AE-2C40-50CF-9703CDBE01A5}"/>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411262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vatiles met titelkader versie 3">
    <p:bg>
      <p:bgPr>
        <a:solidFill>
          <a:schemeClr val="accent6"/>
        </a:solidFill>
        <a:effectLst/>
      </p:bgPr>
    </p:bg>
    <p:spTree>
      <p:nvGrpSpPr>
        <p:cNvPr id="1" name=""/>
        <p:cNvGrpSpPr/>
        <p:nvPr/>
      </p:nvGrpSpPr>
      <p:grpSpPr>
        <a:xfrm>
          <a:off x="0" y="0"/>
          <a:ext cx="0" cy="0"/>
          <a:chOff x="0" y="0"/>
          <a:chExt cx="0" cy="0"/>
        </a:xfrm>
      </p:grpSpPr>
      <p:sp>
        <p:nvSpPr>
          <p:cNvPr id="10" name="Vrije vorm 8">
            <a:extLst>
              <a:ext uri="{FF2B5EF4-FFF2-40B4-BE49-F238E27FC236}">
                <a16:creationId xmlns:a16="http://schemas.microsoft.com/office/drawing/2014/main" id="{A26BC87F-B4B6-1F56-A389-C072030B15BE}"/>
              </a:ext>
            </a:extLst>
          </p:cNvPr>
          <p:cNvSpPr/>
          <p:nvPr userDrawn="1"/>
        </p:nvSpPr>
        <p:spPr>
          <a:xfrm>
            <a:off x="9704448" y="0"/>
            <a:ext cx="2520210" cy="6856813"/>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1">
            <a:extLst>
              <a:ext uri="{FF2B5EF4-FFF2-40B4-BE49-F238E27FC236}">
                <a16:creationId xmlns:a16="http://schemas.microsoft.com/office/drawing/2014/main" id="{F904EA68-C5AA-81BB-EB80-456F64818BC6}"/>
              </a:ext>
            </a:extLst>
          </p:cNvPr>
          <p:cNvSpPr/>
          <p:nvPr userDrawn="1"/>
        </p:nvSpPr>
        <p:spPr>
          <a:xfrm>
            <a:off x="8728981" y="1900025"/>
            <a:ext cx="3495677" cy="4957117"/>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11" name="Freeform 3">
            <a:extLst>
              <a:ext uri="{FF2B5EF4-FFF2-40B4-BE49-F238E27FC236}">
                <a16:creationId xmlns:a16="http://schemas.microsoft.com/office/drawing/2014/main" id="{9A8E5F62-CE59-2DE1-E94F-EE04262AA25B}"/>
              </a:ext>
            </a:extLst>
          </p:cNvPr>
          <p:cNvSpPr>
            <a:spLocks noChangeArrowheads="1"/>
          </p:cNvSpPr>
          <p:nvPr userDrawn="1"/>
        </p:nvSpPr>
        <p:spPr bwMode="auto">
          <a:xfrm>
            <a:off x="7876838" y="4036952"/>
            <a:ext cx="3340033" cy="2821048"/>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1"/>
          </a:solidFill>
          <a:ln>
            <a:noFill/>
          </a:ln>
          <a:effectLst/>
        </p:spPr>
        <p:txBody>
          <a:bodyPr wrap="none" anchor="ctr"/>
          <a:lstStyle/>
          <a:p>
            <a:endParaRPr lang="nl-NL"/>
          </a:p>
        </p:txBody>
      </p:sp>
      <p:sp>
        <p:nvSpPr>
          <p:cNvPr id="4" name="Rechthoek 3">
            <a:extLst>
              <a:ext uri="{FF2B5EF4-FFF2-40B4-BE49-F238E27FC236}">
                <a16:creationId xmlns:a16="http://schemas.microsoft.com/office/drawing/2014/main" id="{4C80659E-99B5-A8D0-1AFD-F2F030F8262A}"/>
              </a:ext>
            </a:extLst>
          </p:cNvPr>
          <p:cNvSpPr/>
          <p:nvPr userDrawn="1"/>
        </p:nvSpPr>
        <p:spPr>
          <a:xfrm>
            <a:off x="0" y="-425941"/>
            <a:ext cx="227177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met titelkader versie 3</a:t>
            </a:r>
          </a:p>
        </p:txBody>
      </p:sp>
      <p:sp>
        <p:nvSpPr>
          <p:cNvPr id="6" name="Tijdelijke aanduiding voor tekst 9">
            <a:extLst>
              <a:ext uri="{FF2B5EF4-FFF2-40B4-BE49-F238E27FC236}">
                <a16:creationId xmlns:a16="http://schemas.microsoft.com/office/drawing/2014/main" id="{2C54BE82-AE65-2295-5C1D-AA38FA5F819F}"/>
              </a:ext>
            </a:extLst>
          </p:cNvPr>
          <p:cNvSpPr>
            <a:spLocks noGrp="1"/>
          </p:cNvSpPr>
          <p:nvPr>
            <p:ph type="body" sz="quarter" idx="13" hasCustomPrompt="1"/>
          </p:nvPr>
        </p:nvSpPr>
        <p:spPr>
          <a:xfrm>
            <a:off x="732033"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bg1"/>
          </a:solidFill>
        </p:spPr>
        <p:txBody>
          <a:bodyPr wrap="none" lIns="324000" tIns="252000" rIns="216000" bIns="180000" anchor="ctr" anchorCtr="0">
            <a:spAutoFit/>
          </a:bodyPr>
          <a:lstStyle>
            <a:lvl1pPr marL="0" indent="0" algn="l">
              <a:lnSpc>
                <a:spcPct val="70000"/>
              </a:lnSpc>
              <a:buNone/>
              <a:defRPr sz="1800" b="1" i="1" cap="all" baseline="0">
                <a:solidFill>
                  <a:schemeClr val="tx1"/>
                </a:solidFill>
                <a:latin typeface="+mn-lt"/>
              </a:defRPr>
            </a:lvl1pPr>
          </a:lstStyle>
          <a:p>
            <a:pPr lvl="0"/>
            <a:r>
              <a:rPr lang="nl-NL" dirty="0"/>
              <a:t>KLIK OM TITEL TE BEWERKEN</a:t>
            </a:r>
          </a:p>
        </p:txBody>
      </p:sp>
      <p:sp>
        <p:nvSpPr>
          <p:cNvPr id="7" name="Tijdelijke aanduiding voor tekst 14">
            <a:extLst>
              <a:ext uri="{FF2B5EF4-FFF2-40B4-BE49-F238E27FC236}">
                <a16:creationId xmlns:a16="http://schemas.microsoft.com/office/drawing/2014/main" id="{F0B04931-9EB9-F689-7A58-BC080C53CBE4}"/>
              </a:ext>
            </a:extLst>
          </p:cNvPr>
          <p:cNvSpPr>
            <a:spLocks noGrp="1"/>
          </p:cNvSpPr>
          <p:nvPr>
            <p:ph type="body" sz="quarter" idx="23" hasCustomPrompt="1"/>
          </p:nvPr>
        </p:nvSpPr>
        <p:spPr>
          <a:xfrm>
            <a:off x="719138" y="1592262"/>
            <a:ext cx="7157700" cy="536505"/>
          </a:xfrm>
        </p:spPr>
        <p:txBody>
          <a:bodyPr/>
          <a:lstStyle>
            <a:lvl1pPr marL="0" indent="0">
              <a:buNone/>
              <a:defRPr sz="3600" b="1" i="1">
                <a:solidFill>
                  <a:schemeClr val="bg1"/>
                </a:solidFill>
                <a:latin typeface="+mn-lt"/>
              </a:defRPr>
            </a:lvl1pPr>
          </a:lstStyle>
          <a:p>
            <a:pPr lvl="0"/>
            <a:r>
              <a:rPr lang="nl-NL" dirty="0"/>
              <a:t>Klik om ondertitel te bewerken</a:t>
            </a:r>
          </a:p>
        </p:txBody>
      </p:sp>
      <p:sp>
        <p:nvSpPr>
          <p:cNvPr id="9" name="Tijdelijke aanduiding voor tekst 6">
            <a:extLst>
              <a:ext uri="{FF2B5EF4-FFF2-40B4-BE49-F238E27FC236}">
                <a16:creationId xmlns:a16="http://schemas.microsoft.com/office/drawing/2014/main" id="{A35D1E31-0BE0-5853-C76E-159D3592566E}"/>
              </a:ext>
            </a:extLst>
          </p:cNvPr>
          <p:cNvSpPr>
            <a:spLocks noGrp="1"/>
          </p:cNvSpPr>
          <p:nvPr>
            <p:ph type="body" sz="quarter" idx="21" hasCustomPrompt="1"/>
          </p:nvPr>
        </p:nvSpPr>
        <p:spPr>
          <a:xfrm>
            <a:off x="703641" y="2388870"/>
            <a:ext cx="7173197" cy="3453130"/>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5" name="Tijdelijke aanduiding voor tekst 4">
            <a:extLst>
              <a:ext uri="{FF2B5EF4-FFF2-40B4-BE49-F238E27FC236}">
                <a16:creationId xmlns:a16="http://schemas.microsoft.com/office/drawing/2014/main" id="{B9C04146-4F3E-985F-42B8-533D0CD0EBCA}"/>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101563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vatiles links wit">
    <p:spTree>
      <p:nvGrpSpPr>
        <p:cNvPr id="1" name=""/>
        <p:cNvGrpSpPr/>
        <p:nvPr/>
      </p:nvGrpSpPr>
      <p:grpSpPr>
        <a:xfrm>
          <a:off x="0" y="0"/>
          <a:ext cx="0" cy="0"/>
          <a:chOff x="0" y="0"/>
          <a:chExt cx="0" cy="0"/>
        </a:xfrm>
      </p:grpSpPr>
      <p:sp>
        <p:nvSpPr>
          <p:cNvPr id="7" name="Vrije vorm 12">
            <a:extLst>
              <a:ext uri="{FF2B5EF4-FFF2-40B4-BE49-F238E27FC236}">
                <a16:creationId xmlns:a16="http://schemas.microsoft.com/office/drawing/2014/main" id="{1675E7F7-EFBD-D5F3-BA50-A0947C17D294}"/>
              </a:ext>
            </a:extLst>
          </p:cNvPr>
          <p:cNvSpPr/>
          <p:nvPr userDrawn="1"/>
        </p:nvSpPr>
        <p:spPr>
          <a:xfrm>
            <a:off x="1" y="9401"/>
            <a:ext cx="4398364" cy="6847901"/>
          </a:xfrm>
          <a:custGeom>
            <a:avLst/>
            <a:gdLst>
              <a:gd name="connsiteX0" fmla="*/ 0 w 8802765"/>
              <a:gd name="connsiteY0" fmla="*/ 0 h 13705202"/>
              <a:gd name="connsiteX1" fmla="*/ 7598451 w 8802765"/>
              <a:gd name="connsiteY1" fmla="*/ 0 h 13705202"/>
              <a:gd name="connsiteX2" fmla="*/ 8777515 w 8802765"/>
              <a:gd name="connsiteY2" fmla="*/ 1447649 h 13705202"/>
              <a:gd name="connsiteX3" fmla="*/ 6262809 w 8802765"/>
              <a:gd name="connsiteY3" fmla="*/ 13705202 h 13705202"/>
              <a:gd name="connsiteX4" fmla="*/ 0 w 8802765"/>
              <a:gd name="connsiteY4" fmla="*/ 13705202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2765" h="13705202">
                <a:moveTo>
                  <a:pt x="0" y="0"/>
                </a:moveTo>
                <a:lnTo>
                  <a:pt x="7598451" y="0"/>
                </a:lnTo>
                <a:cubicBezTo>
                  <a:pt x="8359979" y="0"/>
                  <a:pt x="8931719" y="700093"/>
                  <a:pt x="8777515" y="1447649"/>
                </a:cubicBezTo>
                <a:lnTo>
                  <a:pt x="6262809" y="13705202"/>
                </a:lnTo>
                <a:lnTo>
                  <a:pt x="0" y="1370520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0">
            <a:extLst>
              <a:ext uri="{FF2B5EF4-FFF2-40B4-BE49-F238E27FC236}">
                <a16:creationId xmlns:a16="http://schemas.microsoft.com/office/drawing/2014/main" id="{793442B8-68FA-1BC8-450C-A54940607DE3}"/>
              </a:ext>
            </a:extLst>
          </p:cNvPr>
          <p:cNvSpPr/>
          <p:nvPr userDrawn="1"/>
        </p:nvSpPr>
        <p:spPr>
          <a:xfrm>
            <a:off x="1" y="1902259"/>
            <a:ext cx="3102851" cy="4950674"/>
          </a:xfrm>
          <a:custGeom>
            <a:avLst/>
            <a:gdLst>
              <a:gd name="connsiteX0" fmla="*/ 0 w 6209961"/>
              <a:gd name="connsiteY0" fmla="*/ 0 h 9908144"/>
              <a:gd name="connsiteX1" fmla="*/ 5339305 w 6209961"/>
              <a:gd name="connsiteY1" fmla="*/ 0 h 9908144"/>
              <a:gd name="connsiteX2" fmla="*/ 6191707 w 6209961"/>
              <a:gd name="connsiteY2" fmla="*/ 1046575 h 9908144"/>
              <a:gd name="connsiteX3" fmla="*/ 4373706 w 6209961"/>
              <a:gd name="connsiteY3" fmla="*/ 9908144 h 9908144"/>
              <a:gd name="connsiteX4" fmla="*/ 0 w 6209961"/>
              <a:gd name="connsiteY4" fmla="*/ 9908144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9961" h="9908144">
                <a:moveTo>
                  <a:pt x="0" y="0"/>
                </a:moveTo>
                <a:lnTo>
                  <a:pt x="5339305" y="0"/>
                </a:lnTo>
                <a:cubicBezTo>
                  <a:pt x="5889851" y="0"/>
                  <a:pt x="6303189" y="506131"/>
                  <a:pt x="6191707" y="1046575"/>
                </a:cubicBezTo>
                <a:lnTo>
                  <a:pt x="4373706" y="9908144"/>
                </a:lnTo>
                <a:lnTo>
                  <a:pt x="0" y="9908144"/>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9" name="Vrije vorm 2">
            <a:extLst>
              <a:ext uri="{FF2B5EF4-FFF2-40B4-BE49-F238E27FC236}">
                <a16:creationId xmlns:a16="http://schemas.microsoft.com/office/drawing/2014/main" id="{A7E9BC73-EEBE-CDDC-60F0-7DAC99DF7033}"/>
              </a:ext>
            </a:extLst>
          </p:cNvPr>
          <p:cNvSpPr/>
          <p:nvPr userDrawn="1"/>
        </p:nvSpPr>
        <p:spPr>
          <a:xfrm>
            <a:off x="1" y="4041107"/>
            <a:ext cx="1859914" cy="2816893"/>
          </a:xfrm>
          <a:custGeom>
            <a:avLst/>
            <a:gdLst>
              <a:gd name="connsiteX0" fmla="*/ 0 w 3722380"/>
              <a:gd name="connsiteY0" fmla="*/ 0 h 5637653"/>
              <a:gd name="connsiteX1" fmla="*/ 3226983 w 3722380"/>
              <a:gd name="connsiteY1" fmla="*/ 0 h 5637653"/>
              <a:gd name="connsiteX2" fmla="*/ 3711994 w 3722380"/>
              <a:gd name="connsiteY2" fmla="*/ 595492 h 5637653"/>
              <a:gd name="connsiteX3" fmla="*/ 2677566 w 3722380"/>
              <a:gd name="connsiteY3" fmla="*/ 5637653 h 5637653"/>
              <a:gd name="connsiteX4" fmla="*/ 0 w 3722380"/>
              <a:gd name="connsiteY4" fmla="*/ 5637653 h 5637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380" h="5637653">
                <a:moveTo>
                  <a:pt x="0" y="0"/>
                </a:moveTo>
                <a:lnTo>
                  <a:pt x="3226983" y="0"/>
                </a:lnTo>
                <a:cubicBezTo>
                  <a:pt x="3540240" y="0"/>
                  <a:pt x="3775425" y="287984"/>
                  <a:pt x="3711994" y="595492"/>
                </a:cubicBezTo>
                <a:lnTo>
                  <a:pt x="2677566" y="5637653"/>
                </a:lnTo>
                <a:lnTo>
                  <a:pt x="0" y="5637653"/>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5" name="Rechthoek 4">
            <a:extLst>
              <a:ext uri="{FF2B5EF4-FFF2-40B4-BE49-F238E27FC236}">
                <a16:creationId xmlns:a16="http://schemas.microsoft.com/office/drawing/2014/main" id="{012065BD-1344-CB16-94BB-FF54781A12EB}"/>
              </a:ext>
            </a:extLst>
          </p:cNvPr>
          <p:cNvSpPr/>
          <p:nvPr userDrawn="1"/>
        </p:nvSpPr>
        <p:spPr>
          <a:xfrm>
            <a:off x="0" y="-425941"/>
            <a:ext cx="122020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links wit</a:t>
            </a:r>
          </a:p>
        </p:txBody>
      </p:sp>
      <p:sp>
        <p:nvSpPr>
          <p:cNvPr id="10" name="Titel 1">
            <a:extLst>
              <a:ext uri="{FF2B5EF4-FFF2-40B4-BE49-F238E27FC236}">
                <a16:creationId xmlns:a16="http://schemas.microsoft.com/office/drawing/2014/main" id="{096D5DA6-6DA5-DA39-12BA-2726D73ED70A}"/>
              </a:ext>
            </a:extLst>
          </p:cNvPr>
          <p:cNvSpPr>
            <a:spLocks noGrp="1"/>
          </p:cNvSpPr>
          <p:nvPr>
            <p:ph type="ctrTitle" hasCustomPrompt="1"/>
          </p:nvPr>
        </p:nvSpPr>
        <p:spPr>
          <a:xfrm>
            <a:off x="5041557" y="1902259"/>
            <a:ext cx="6429717" cy="1526741"/>
          </a:xfrm>
        </p:spPr>
        <p:txBody>
          <a:bodyPr anchor="t"/>
          <a:lstStyle>
            <a:lvl1pPr algn="l">
              <a:lnSpc>
                <a:spcPct val="80000"/>
              </a:lnSpc>
              <a:defRPr sz="4800" b="1" i="1">
                <a:solidFill>
                  <a:schemeClr val="tx1"/>
                </a:solidFill>
              </a:defRPr>
            </a:lvl1pPr>
          </a:lstStyle>
          <a:p>
            <a:r>
              <a:rPr lang="nl-NL" noProof="0" dirty="0"/>
              <a:t>KLIK OM TITEL </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9A4EEFAF-9C9A-A063-9B17-3653F8B57FC7}"/>
              </a:ext>
            </a:extLst>
          </p:cNvPr>
          <p:cNvSpPr>
            <a:spLocks noGrp="1"/>
          </p:cNvSpPr>
          <p:nvPr>
            <p:ph type="body" sz="quarter" idx="21" hasCustomPrompt="1"/>
          </p:nvPr>
        </p:nvSpPr>
        <p:spPr>
          <a:xfrm>
            <a:off x="5041557" y="3513698"/>
            <a:ext cx="6429717" cy="2328302"/>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jdelijke aanduiding voor tekst 1">
            <a:extLst>
              <a:ext uri="{FF2B5EF4-FFF2-40B4-BE49-F238E27FC236}">
                <a16:creationId xmlns:a16="http://schemas.microsoft.com/office/drawing/2014/main" id="{5F24CF86-36FB-1776-8FC0-45BEE314E0DD}"/>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4" name="Tijdelijke aanduiding voor tekst 3">
            <a:extLst>
              <a:ext uri="{FF2B5EF4-FFF2-40B4-BE49-F238E27FC236}">
                <a16:creationId xmlns:a16="http://schemas.microsoft.com/office/drawing/2014/main" id="{C5002C7B-D7CF-C2EC-253C-87B48EABEDB0}"/>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469481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Avatiles links wit versie 2">
    <p:spTree>
      <p:nvGrpSpPr>
        <p:cNvPr id="1" name=""/>
        <p:cNvGrpSpPr/>
        <p:nvPr/>
      </p:nvGrpSpPr>
      <p:grpSpPr>
        <a:xfrm>
          <a:off x="0" y="0"/>
          <a:ext cx="0" cy="0"/>
          <a:chOff x="0" y="0"/>
          <a:chExt cx="0" cy="0"/>
        </a:xfrm>
      </p:grpSpPr>
      <p:sp>
        <p:nvSpPr>
          <p:cNvPr id="7" name="Vrije vorm 12">
            <a:extLst>
              <a:ext uri="{FF2B5EF4-FFF2-40B4-BE49-F238E27FC236}">
                <a16:creationId xmlns:a16="http://schemas.microsoft.com/office/drawing/2014/main" id="{1675E7F7-EFBD-D5F3-BA50-A0947C17D294}"/>
              </a:ext>
            </a:extLst>
          </p:cNvPr>
          <p:cNvSpPr/>
          <p:nvPr userDrawn="1"/>
        </p:nvSpPr>
        <p:spPr>
          <a:xfrm>
            <a:off x="1" y="9401"/>
            <a:ext cx="4398364" cy="6847901"/>
          </a:xfrm>
          <a:custGeom>
            <a:avLst/>
            <a:gdLst>
              <a:gd name="connsiteX0" fmla="*/ 0 w 8802765"/>
              <a:gd name="connsiteY0" fmla="*/ 0 h 13705202"/>
              <a:gd name="connsiteX1" fmla="*/ 7598451 w 8802765"/>
              <a:gd name="connsiteY1" fmla="*/ 0 h 13705202"/>
              <a:gd name="connsiteX2" fmla="*/ 8777515 w 8802765"/>
              <a:gd name="connsiteY2" fmla="*/ 1447649 h 13705202"/>
              <a:gd name="connsiteX3" fmla="*/ 6262809 w 8802765"/>
              <a:gd name="connsiteY3" fmla="*/ 13705202 h 13705202"/>
              <a:gd name="connsiteX4" fmla="*/ 0 w 8802765"/>
              <a:gd name="connsiteY4" fmla="*/ 13705202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2765" h="13705202">
                <a:moveTo>
                  <a:pt x="0" y="0"/>
                </a:moveTo>
                <a:lnTo>
                  <a:pt x="7598451" y="0"/>
                </a:lnTo>
                <a:cubicBezTo>
                  <a:pt x="8359979" y="0"/>
                  <a:pt x="8931719" y="700093"/>
                  <a:pt x="8777515" y="1447649"/>
                </a:cubicBezTo>
                <a:lnTo>
                  <a:pt x="6262809" y="13705202"/>
                </a:lnTo>
                <a:lnTo>
                  <a:pt x="0" y="1370520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0">
            <a:extLst>
              <a:ext uri="{FF2B5EF4-FFF2-40B4-BE49-F238E27FC236}">
                <a16:creationId xmlns:a16="http://schemas.microsoft.com/office/drawing/2014/main" id="{793442B8-68FA-1BC8-450C-A54940607DE3}"/>
              </a:ext>
            </a:extLst>
          </p:cNvPr>
          <p:cNvSpPr/>
          <p:nvPr userDrawn="1"/>
        </p:nvSpPr>
        <p:spPr>
          <a:xfrm>
            <a:off x="1" y="1902259"/>
            <a:ext cx="3102851" cy="4950674"/>
          </a:xfrm>
          <a:custGeom>
            <a:avLst/>
            <a:gdLst>
              <a:gd name="connsiteX0" fmla="*/ 0 w 6209961"/>
              <a:gd name="connsiteY0" fmla="*/ 0 h 9908144"/>
              <a:gd name="connsiteX1" fmla="*/ 5339305 w 6209961"/>
              <a:gd name="connsiteY1" fmla="*/ 0 h 9908144"/>
              <a:gd name="connsiteX2" fmla="*/ 6191707 w 6209961"/>
              <a:gd name="connsiteY2" fmla="*/ 1046575 h 9908144"/>
              <a:gd name="connsiteX3" fmla="*/ 4373706 w 6209961"/>
              <a:gd name="connsiteY3" fmla="*/ 9908144 h 9908144"/>
              <a:gd name="connsiteX4" fmla="*/ 0 w 6209961"/>
              <a:gd name="connsiteY4" fmla="*/ 9908144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9961" h="9908144">
                <a:moveTo>
                  <a:pt x="0" y="0"/>
                </a:moveTo>
                <a:lnTo>
                  <a:pt x="5339305" y="0"/>
                </a:lnTo>
                <a:cubicBezTo>
                  <a:pt x="5889851" y="0"/>
                  <a:pt x="6303189" y="506131"/>
                  <a:pt x="6191707" y="1046575"/>
                </a:cubicBezTo>
                <a:lnTo>
                  <a:pt x="4373706" y="9908144"/>
                </a:lnTo>
                <a:lnTo>
                  <a:pt x="0" y="990814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9" name="Vrije vorm 2">
            <a:extLst>
              <a:ext uri="{FF2B5EF4-FFF2-40B4-BE49-F238E27FC236}">
                <a16:creationId xmlns:a16="http://schemas.microsoft.com/office/drawing/2014/main" id="{A7E9BC73-EEBE-CDDC-60F0-7DAC99DF7033}"/>
              </a:ext>
            </a:extLst>
          </p:cNvPr>
          <p:cNvSpPr/>
          <p:nvPr userDrawn="1"/>
        </p:nvSpPr>
        <p:spPr>
          <a:xfrm>
            <a:off x="1" y="4041107"/>
            <a:ext cx="1859914" cy="2816893"/>
          </a:xfrm>
          <a:custGeom>
            <a:avLst/>
            <a:gdLst>
              <a:gd name="connsiteX0" fmla="*/ 0 w 3722380"/>
              <a:gd name="connsiteY0" fmla="*/ 0 h 5637653"/>
              <a:gd name="connsiteX1" fmla="*/ 3226983 w 3722380"/>
              <a:gd name="connsiteY1" fmla="*/ 0 h 5637653"/>
              <a:gd name="connsiteX2" fmla="*/ 3711994 w 3722380"/>
              <a:gd name="connsiteY2" fmla="*/ 595492 h 5637653"/>
              <a:gd name="connsiteX3" fmla="*/ 2677566 w 3722380"/>
              <a:gd name="connsiteY3" fmla="*/ 5637653 h 5637653"/>
              <a:gd name="connsiteX4" fmla="*/ 0 w 3722380"/>
              <a:gd name="connsiteY4" fmla="*/ 5637653 h 5637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380" h="5637653">
                <a:moveTo>
                  <a:pt x="0" y="0"/>
                </a:moveTo>
                <a:lnTo>
                  <a:pt x="3226983" y="0"/>
                </a:lnTo>
                <a:cubicBezTo>
                  <a:pt x="3540240" y="0"/>
                  <a:pt x="3775425" y="287984"/>
                  <a:pt x="3711994" y="595492"/>
                </a:cubicBezTo>
                <a:lnTo>
                  <a:pt x="2677566" y="5637653"/>
                </a:lnTo>
                <a:lnTo>
                  <a:pt x="0" y="5637653"/>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5" name="Rechthoek 4">
            <a:extLst>
              <a:ext uri="{FF2B5EF4-FFF2-40B4-BE49-F238E27FC236}">
                <a16:creationId xmlns:a16="http://schemas.microsoft.com/office/drawing/2014/main" id="{012065BD-1344-CB16-94BB-FF54781A12EB}"/>
              </a:ext>
            </a:extLst>
          </p:cNvPr>
          <p:cNvSpPr/>
          <p:nvPr userDrawn="1"/>
        </p:nvSpPr>
        <p:spPr>
          <a:xfrm>
            <a:off x="0" y="-425941"/>
            <a:ext cx="1854995"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links wit versie 2</a:t>
            </a:r>
          </a:p>
        </p:txBody>
      </p:sp>
      <p:sp>
        <p:nvSpPr>
          <p:cNvPr id="10" name="Titel 1">
            <a:extLst>
              <a:ext uri="{FF2B5EF4-FFF2-40B4-BE49-F238E27FC236}">
                <a16:creationId xmlns:a16="http://schemas.microsoft.com/office/drawing/2014/main" id="{096D5DA6-6DA5-DA39-12BA-2726D73ED70A}"/>
              </a:ext>
            </a:extLst>
          </p:cNvPr>
          <p:cNvSpPr>
            <a:spLocks noGrp="1"/>
          </p:cNvSpPr>
          <p:nvPr>
            <p:ph type="ctrTitle" hasCustomPrompt="1"/>
          </p:nvPr>
        </p:nvSpPr>
        <p:spPr>
          <a:xfrm>
            <a:off x="5041557" y="1902259"/>
            <a:ext cx="6429717" cy="1526741"/>
          </a:xfrm>
        </p:spPr>
        <p:txBody>
          <a:bodyPr anchor="t"/>
          <a:lstStyle>
            <a:lvl1pPr algn="l">
              <a:lnSpc>
                <a:spcPct val="80000"/>
              </a:lnSpc>
              <a:defRPr sz="4800" b="1" i="1">
                <a:solidFill>
                  <a:schemeClr val="tx1"/>
                </a:solidFill>
              </a:defRPr>
            </a:lvl1pPr>
          </a:lstStyle>
          <a:p>
            <a:r>
              <a:rPr lang="nl-NL" noProof="0" dirty="0"/>
              <a:t>KLIK OM TITEL </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9A4EEFAF-9C9A-A063-9B17-3653F8B57FC7}"/>
              </a:ext>
            </a:extLst>
          </p:cNvPr>
          <p:cNvSpPr>
            <a:spLocks noGrp="1"/>
          </p:cNvSpPr>
          <p:nvPr>
            <p:ph type="body" sz="quarter" idx="21" hasCustomPrompt="1"/>
          </p:nvPr>
        </p:nvSpPr>
        <p:spPr>
          <a:xfrm>
            <a:off x="5041557" y="3513698"/>
            <a:ext cx="6429717" cy="2328302"/>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jdelijke aanduiding voor tekst 1">
            <a:extLst>
              <a:ext uri="{FF2B5EF4-FFF2-40B4-BE49-F238E27FC236}">
                <a16:creationId xmlns:a16="http://schemas.microsoft.com/office/drawing/2014/main" id="{A8B833E2-36BB-6378-1BFC-2DA8C180EE16}"/>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6" name="Tijdelijke aanduiding voor tekst 5">
            <a:extLst>
              <a:ext uri="{FF2B5EF4-FFF2-40B4-BE49-F238E27FC236}">
                <a16:creationId xmlns:a16="http://schemas.microsoft.com/office/drawing/2014/main" id="{25E07A61-98FF-DAA9-8A72-77C88B16F20A}"/>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409363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vatiles links wit versie 3">
    <p:bg>
      <p:bgPr>
        <a:solidFill>
          <a:schemeClr val="accent1"/>
        </a:solidFill>
        <a:effectLst/>
      </p:bgPr>
    </p:bg>
    <p:spTree>
      <p:nvGrpSpPr>
        <p:cNvPr id="1" name=""/>
        <p:cNvGrpSpPr/>
        <p:nvPr/>
      </p:nvGrpSpPr>
      <p:grpSpPr>
        <a:xfrm>
          <a:off x="0" y="0"/>
          <a:ext cx="0" cy="0"/>
          <a:chOff x="0" y="0"/>
          <a:chExt cx="0" cy="0"/>
        </a:xfrm>
      </p:grpSpPr>
      <p:sp>
        <p:nvSpPr>
          <p:cNvPr id="7" name="Vrije vorm 12">
            <a:extLst>
              <a:ext uri="{FF2B5EF4-FFF2-40B4-BE49-F238E27FC236}">
                <a16:creationId xmlns:a16="http://schemas.microsoft.com/office/drawing/2014/main" id="{1675E7F7-EFBD-D5F3-BA50-A0947C17D294}"/>
              </a:ext>
            </a:extLst>
          </p:cNvPr>
          <p:cNvSpPr/>
          <p:nvPr userDrawn="1"/>
        </p:nvSpPr>
        <p:spPr>
          <a:xfrm>
            <a:off x="1" y="9401"/>
            <a:ext cx="4398364" cy="6847901"/>
          </a:xfrm>
          <a:custGeom>
            <a:avLst/>
            <a:gdLst>
              <a:gd name="connsiteX0" fmla="*/ 0 w 8802765"/>
              <a:gd name="connsiteY0" fmla="*/ 0 h 13705202"/>
              <a:gd name="connsiteX1" fmla="*/ 7598451 w 8802765"/>
              <a:gd name="connsiteY1" fmla="*/ 0 h 13705202"/>
              <a:gd name="connsiteX2" fmla="*/ 8777515 w 8802765"/>
              <a:gd name="connsiteY2" fmla="*/ 1447649 h 13705202"/>
              <a:gd name="connsiteX3" fmla="*/ 6262809 w 8802765"/>
              <a:gd name="connsiteY3" fmla="*/ 13705202 h 13705202"/>
              <a:gd name="connsiteX4" fmla="*/ 0 w 8802765"/>
              <a:gd name="connsiteY4" fmla="*/ 13705202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2765" h="13705202">
                <a:moveTo>
                  <a:pt x="0" y="0"/>
                </a:moveTo>
                <a:lnTo>
                  <a:pt x="7598451" y="0"/>
                </a:lnTo>
                <a:cubicBezTo>
                  <a:pt x="8359979" y="0"/>
                  <a:pt x="8931719" y="700093"/>
                  <a:pt x="8777515" y="1447649"/>
                </a:cubicBezTo>
                <a:lnTo>
                  <a:pt x="6262809" y="13705202"/>
                </a:lnTo>
                <a:lnTo>
                  <a:pt x="0" y="1370520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0">
            <a:extLst>
              <a:ext uri="{FF2B5EF4-FFF2-40B4-BE49-F238E27FC236}">
                <a16:creationId xmlns:a16="http://schemas.microsoft.com/office/drawing/2014/main" id="{793442B8-68FA-1BC8-450C-A54940607DE3}"/>
              </a:ext>
            </a:extLst>
          </p:cNvPr>
          <p:cNvSpPr/>
          <p:nvPr userDrawn="1"/>
        </p:nvSpPr>
        <p:spPr>
          <a:xfrm>
            <a:off x="1" y="1902259"/>
            <a:ext cx="3102851" cy="4950674"/>
          </a:xfrm>
          <a:custGeom>
            <a:avLst/>
            <a:gdLst>
              <a:gd name="connsiteX0" fmla="*/ 0 w 6209961"/>
              <a:gd name="connsiteY0" fmla="*/ 0 h 9908144"/>
              <a:gd name="connsiteX1" fmla="*/ 5339305 w 6209961"/>
              <a:gd name="connsiteY1" fmla="*/ 0 h 9908144"/>
              <a:gd name="connsiteX2" fmla="*/ 6191707 w 6209961"/>
              <a:gd name="connsiteY2" fmla="*/ 1046575 h 9908144"/>
              <a:gd name="connsiteX3" fmla="*/ 4373706 w 6209961"/>
              <a:gd name="connsiteY3" fmla="*/ 9908144 h 9908144"/>
              <a:gd name="connsiteX4" fmla="*/ 0 w 6209961"/>
              <a:gd name="connsiteY4" fmla="*/ 9908144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9961" h="9908144">
                <a:moveTo>
                  <a:pt x="0" y="0"/>
                </a:moveTo>
                <a:lnTo>
                  <a:pt x="5339305" y="0"/>
                </a:lnTo>
                <a:cubicBezTo>
                  <a:pt x="5889851" y="0"/>
                  <a:pt x="6303189" y="506131"/>
                  <a:pt x="6191707" y="1046575"/>
                </a:cubicBezTo>
                <a:lnTo>
                  <a:pt x="4373706" y="9908144"/>
                </a:lnTo>
                <a:lnTo>
                  <a:pt x="0" y="990814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9" name="Vrije vorm 2">
            <a:extLst>
              <a:ext uri="{FF2B5EF4-FFF2-40B4-BE49-F238E27FC236}">
                <a16:creationId xmlns:a16="http://schemas.microsoft.com/office/drawing/2014/main" id="{A7E9BC73-EEBE-CDDC-60F0-7DAC99DF7033}"/>
              </a:ext>
            </a:extLst>
          </p:cNvPr>
          <p:cNvSpPr/>
          <p:nvPr userDrawn="1"/>
        </p:nvSpPr>
        <p:spPr>
          <a:xfrm>
            <a:off x="1" y="4041107"/>
            <a:ext cx="1859914" cy="2816893"/>
          </a:xfrm>
          <a:custGeom>
            <a:avLst/>
            <a:gdLst>
              <a:gd name="connsiteX0" fmla="*/ 0 w 3722380"/>
              <a:gd name="connsiteY0" fmla="*/ 0 h 5637653"/>
              <a:gd name="connsiteX1" fmla="*/ 3226983 w 3722380"/>
              <a:gd name="connsiteY1" fmla="*/ 0 h 5637653"/>
              <a:gd name="connsiteX2" fmla="*/ 3711994 w 3722380"/>
              <a:gd name="connsiteY2" fmla="*/ 595492 h 5637653"/>
              <a:gd name="connsiteX3" fmla="*/ 2677566 w 3722380"/>
              <a:gd name="connsiteY3" fmla="*/ 5637653 h 5637653"/>
              <a:gd name="connsiteX4" fmla="*/ 0 w 3722380"/>
              <a:gd name="connsiteY4" fmla="*/ 5637653 h 5637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380" h="5637653">
                <a:moveTo>
                  <a:pt x="0" y="0"/>
                </a:moveTo>
                <a:lnTo>
                  <a:pt x="3226983" y="0"/>
                </a:lnTo>
                <a:cubicBezTo>
                  <a:pt x="3540240" y="0"/>
                  <a:pt x="3775425" y="287984"/>
                  <a:pt x="3711994" y="595492"/>
                </a:cubicBezTo>
                <a:lnTo>
                  <a:pt x="2677566" y="5637653"/>
                </a:lnTo>
                <a:lnTo>
                  <a:pt x="0" y="563765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5" name="Rechthoek 4">
            <a:extLst>
              <a:ext uri="{FF2B5EF4-FFF2-40B4-BE49-F238E27FC236}">
                <a16:creationId xmlns:a16="http://schemas.microsoft.com/office/drawing/2014/main" id="{012065BD-1344-CB16-94BB-FF54781A12EB}"/>
              </a:ext>
            </a:extLst>
          </p:cNvPr>
          <p:cNvSpPr/>
          <p:nvPr userDrawn="1"/>
        </p:nvSpPr>
        <p:spPr>
          <a:xfrm>
            <a:off x="0" y="-425941"/>
            <a:ext cx="1854995"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links wit versie 3</a:t>
            </a:r>
          </a:p>
        </p:txBody>
      </p:sp>
      <p:sp>
        <p:nvSpPr>
          <p:cNvPr id="10" name="Titel 1">
            <a:extLst>
              <a:ext uri="{FF2B5EF4-FFF2-40B4-BE49-F238E27FC236}">
                <a16:creationId xmlns:a16="http://schemas.microsoft.com/office/drawing/2014/main" id="{096D5DA6-6DA5-DA39-12BA-2726D73ED70A}"/>
              </a:ext>
            </a:extLst>
          </p:cNvPr>
          <p:cNvSpPr>
            <a:spLocks noGrp="1"/>
          </p:cNvSpPr>
          <p:nvPr>
            <p:ph type="ctrTitle" hasCustomPrompt="1"/>
          </p:nvPr>
        </p:nvSpPr>
        <p:spPr>
          <a:xfrm>
            <a:off x="5041557" y="1902259"/>
            <a:ext cx="6429717" cy="1526741"/>
          </a:xfrm>
        </p:spPr>
        <p:txBody>
          <a:bodyPr anchor="t"/>
          <a:lstStyle>
            <a:lvl1pPr algn="l">
              <a:lnSpc>
                <a:spcPct val="80000"/>
              </a:lnSpc>
              <a:defRPr sz="4800" b="1" i="1">
                <a:solidFill>
                  <a:schemeClr val="bg1"/>
                </a:solidFill>
              </a:defRPr>
            </a:lvl1pPr>
          </a:lstStyle>
          <a:p>
            <a:r>
              <a:rPr lang="nl-NL" noProof="0" dirty="0"/>
              <a:t>KLIK OM TITEL </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9A4EEFAF-9C9A-A063-9B17-3653F8B57FC7}"/>
              </a:ext>
            </a:extLst>
          </p:cNvPr>
          <p:cNvSpPr>
            <a:spLocks noGrp="1"/>
          </p:cNvSpPr>
          <p:nvPr>
            <p:ph type="body" sz="quarter" idx="21" hasCustomPrompt="1"/>
          </p:nvPr>
        </p:nvSpPr>
        <p:spPr>
          <a:xfrm>
            <a:off x="5041557" y="3513698"/>
            <a:ext cx="6429717" cy="2328302"/>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jdelijke aanduiding voor tekst 1">
            <a:extLst>
              <a:ext uri="{FF2B5EF4-FFF2-40B4-BE49-F238E27FC236}">
                <a16:creationId xmlns:a16="http://schemas.microsoft.com/office/drawing/2014/main" id="{2DA94574-0BC3-C46D-20C7-B6C4D156BC96}"/>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25312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vatiles links wit met titelkader versie 1">
    <p:spTree>
      <p:nvGrpSpPr>
        <p:cNvPr id="1" name=""/>
        <p:cNvGrpSpPr/>
        <p:nvPr/>
      </p:nvGrpSpPr>
      <p:grpSpPr>
        <a:xfrm>
          <a:off x="0" y="0"/>
          <a:ext cx="0" cy="0"/>
          <a:chOff x="0" y="0"/>
          <a:chExt cx="0" cy="0"/>
        </a:xfrm>
      </p:grpSpPr>
      <p:sp>
        <p:nvSpPr>
          <p:cNvPr id="7" name="Vrije vorm 12">
            <a:extLst>
              <a:ext uri="{FF2B5EF4-FFF2-40B4-BE49-F238E27FC236}">
                <a16:creationId xmlns:a16="http://schemas.microsoft.com/office/drawing/2014/main" id="{1675E7F7-EFBD-D5F3-BA50-A0947C17D294}"/>
              </a:ext>
            </a:extLst>
          </p:cNvPr>
          <p:cNvSpPr/>
          <p:nvPr userDrawn="1"/>
        </p:nvSpPr>
        <p:spPr>
          <a:xfrm>
            <a:off x="1" y="9401"/>
            <a:ext cx="4398364" cy="6847901"/>
          </a:xfrm>
          <a:custGeom>
            <a:avLst/>
            <a:gdLst>
              <a:gd name="connsiteX0" fmla="*/ 0 w 8802765"/>
              <a:gd name="connsiteY0" fmla="*/ 0 h 13705202"/>
              <a:gd name="connsiteX1" fmla="*/ 7598451 w 8802765"/>
              <a:gd name="connsiteY1" fmla="*/ 0 h 13705202"/>
              <a:gd name="connsiteX2" fmla="*/ 8777515 w 8802765"/>
              <a:gd name="connsiteY2" fmla="*/ 1447649 h 13705202"/>
              <a:gd name="connsiteX3" fmla="*/ 6262809 w 8802765"/>
              <a:gd name="connsiteY3" fmla="*/ 13705202 h 13705202"/>
              <a:gd name="connsiteX4" fmla="*/ 0 w 8802765"/>
              <a:gd name="connsiteY4" fmla="*/ 13705202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2765" h="13705202">
                <a:moveTo>
                  <a:pt x="0" y="0"/>
                </a:moveTo>
                <a:lnTo>
                  <a:pt x="7598451" y="0"/>
                </a:lnTo>
                <a:cubicBezTo>
                  <a:pt x="8359979" y="0"/>
                  <a:pt x="8931719" y="700093"/>
                  <a:pt x="8777515" y="1447649"/>
                </a:cubicBezTo>
                <a:lnTo>
                  <a:pt x="6262809" y="13705202"/>
                </a:lnTo>
                <a:lnTo>
                  <a:pt x="0" y="1370520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0">
            <a:extLst>
              <a:ext uri="{FF2B5EF4-FFF2-40B4-BE49-F238E27FC236}">
                <a16:creationId xmlns:a16="http://schemas.microsoft.com/office/drawing/2014/main" id="{793442B8-68FA-1BC8-450C-A54940607DE3}"/>
              </a:ext>
            </a:extLst>
          </p:cNvPr>
          <p:cNvSpPr/>
          <p:nvPr userDrawn="1"/>
        </p:nvSpPr>
        <p:spPr>
          <a:xfrm>
            <a:off x="1" y="1902259"/>
            <a:ext cx="3102851" cy="4950674"/>
          </a:xfrm>
          <a:custGeom>
            <a:avLst/>
            <a:gdLst>
              <a:gd name="connsiteX0" fmla="*/ 0 w 6209961"/>
              <a:gd name="connsiteY0" fmla="*/ 0 h 9908144"/>
              <a:gd name="connsiteX1" fmla="*/ 5339305 w 6209961"/>
              <a:gd name="connsiteY1" fmla="*/ 0 h 9908144"/>
              <a:gd name="connsiteX2" fmla="*/ 6191707 w 6209961"/>
              <a:gd name="connsiteY2" fmla="*/ 1046575 h 9908144"/>
              <a:gd name="connsiteX3" fmla="*/ 4373706 w 6209961"/>
              <a:gd name="connsiteY3" fmla="*/ 9908144 h 9908144"/>
              <a:gd name="connsiteX4" fmla="*/ 0 w 6209961"/>
              <a:gd name="connsiteY4" fmla="*/ 9908144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9961" h="9908144">
                <a:moveTo>
                  <a:pt x="0" y="0"/>
                </a:moveTo>
                <a:lnTo>
                  <a:pt x="5339305" y="0"/>
                </a:lnTo>
                <a:cubicBezTo>
                  <a:pt x="5889851" y="0"/>
                  <a:pt x="6303189" y="506131"/>
                  <a:pt x="6191707" y="1046575"/>
                </a:cubicBezTo>
                <a:lnTo>
                  <a:pt x="4373706" y="9908144"/>
                </a:lnTo>
                <a:lnTo>
                  <a:pt x="0" y="9908144"/>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9" name="Vrije vorm 2">
            <a:extLst>
              <a:ext uri="{FF2B5EF4-FFF2-40B4-BE49-F238E27FC236}">
                <a16:creationId xmlns:a16="http://schemas.microsoft.com/office/drawing/2014/main" id="{A7E9BC73-EEBE-CDDC-60F0-7DAC99DF7033}"/>
              </a:ext>
            </a:extLst>
          </p:cNvPr>
          <p:cNvSpPr/>
          <p:nvPr userDrawn="1"/>
        </p:nvSpPr>
        <p:spPr>
          <a:xfrm>
            <a:off x="1" y="4041107"/>
            <a:ext cx="1859914" cy="2816893"/>
          </a:xfrm>
          <a:custGeom>
            <a:avLst/>
            <a:gdLst>
              <a:gd name="connsiteX0" fmla="*/ 0 w 3722380"/>
              <a:gd name="connsiteY0" fmla="*/ 0 h 5637653"/>
              <a:gd name="connsiteX1" fmla="*/ 3226983 w 3722380"/>
              <a:gd name="connsiteY1" fmla="*/ 0 h 5637653"/>
              <a:gd name="connsiteX2" fmla="*/ 3711994 w 3722380"/>
              <a:gd name="connsiteY2" fmla="*/ 595492 h 5637653"/>
              <a:gd name="connsiteX3" fmla="*/ 2677566 w 3722380"/>
              <a:gd name="connsiteY3" fmla="*/ 5637653 h 5637653"/>
              <a:gd name="connsiteX4" fmla="*/ 0 w 3722380"/>
              <a:gd name="connsiteY4" fmla="*/ 5637653 h 5637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380" h="5637653">
                <a:moveTo>
                  <a:pt x="0" y="0"/>
                </a:moveTo>
                <a:lnTo>
                  <a:pt x="3226983" y="0"/>
                </a:lnTo>
                <a:cubicBezTo>
                  <a:pt x="3540240" y="0"/>
                  <a:pt x="3775425" y="287984"/>
                  <a:pt x="3711994" y="595492"/>
                </a:cubicBezTo>
                <a:lnTo>
                  <a:pt x="2677566" y="5637653"/>
                </a:lnTo>
                <a:lnTo>
                  <a:pt x="0" y="5637653"/>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5" name="Rechthoek 4">
            <a:extLst>
              <a:ext uri="{FF2B5EF4-FFF2-40B4-BE49-F238E27FC236}">
                <a16:creationId xmlns:a16="http://schemas.microsoft.com/office/drawing/2014/main" id="{012065BD-1344-CB16-94BB-FF54781A12EB}"/>
              </a:ext>
            </a:extLst>
          </p:cNvPr>
          <p:cNvSpPr/>
          <p:nvPr userDrawn="1"/>
        </p:nvSpPr>
        <p:spPr>
          <a:xfrm>
            <a:off x="0" y="-425941"/>
            <a:ext cx="2906565"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links wit met titelkader versie 1</a:t>
            </a:r>
          </a:p>
        </p:txBody>
      </p:sp>
      <p:sp>
        <p:nvSpPr>
          <p:cNvPr id="4" name="Tijdelijke aanduiding voor tekst 14">
            <a:extLst>
              <a:ext uri="{FF2B5EF4-FFF2-40B4-BE49-F238E27FC236}">
                <a16:creationId xmlns:a16="http://schemas.microsoft.com/office/drawing/2014/main" id="{F92AE0CE-8554-4B96-8520-F6F1B3A094F3}"/>
              </a:ext>
            </a:extLst>
          </p:cNvPr>
          <p:cNvSpPr>
            <a:spLocks noGrp="1"/>
          </p:cNvSpPr>
          <p:nvPr>
            <p:ph type="body" sz="quarter" idx="23" hasCustomPrompt="1"/>
          </p:nvPr>
        </p:nvSpPr>
        <p:spPr>
          <a:xfrm>
            <a:off x="5513560" y="1592263"/>
            <a:ext cx="5960307" cy="391886"/>
          </a:xfrm>
        </p:spPr>
        <p:txBody>
          <a:bodyPr/>
          <a:lstStyle>
            <a:lvl1pPr marL="0" indent="0">
              <a:buNone/>
              <a:defRPr sz="3600" b="1" i="1">
                <a:solidFill>
                  <a:schemeClr val="tx1"/>
                </a:solidFill>
                <a:latin typeface="+mj-lt"/>
              </a:defRPr>
            </a:lvl1pPr>
          </a:lstStyle>
          <a:p>
            <a:pPr lvl="0"/>
            <a:r>
              <a:rPr lang="nl-NL" dirty="0"/>
              <a:t>Klik om ondertitel te bewerken</a:t>
            </a:r>
          </a:p>
        </p:txBody>
      </p:sp>
      <p:sp>
        <p:nvSpPr>
          <p:cNvPr id="6" name="Tijdelijke aanduiding voor tekst 6">
            <a:extLst>
              <a:ext uri="{FF2B5EF4-FFF2-40B4-BE49-F238E27FC236}">
                <a16:creationId xmlns:a16="http://schemas.microsoft.com/office/drawing/2014/main" id="{8783B9C3-E576-A25F-7945-042091BF0C90}"/>
              </a:ext>
            </a:extLst>
          </p:cNvPr>
          <p:cNvSpPr>
            <a:spLocks noGrp="1"/>
          </p:cNvSpPr>
          <p:nvPr>
            <p:ph type="body" sz="quarter" idx="21" hasCustomPrompt="1"/>
          </p:nvPr>
        </p:nvSpPr>
        <p:spPr>
          <a:xfrm>
            <a:off x="5520299" y="2388870"/>
            <a:ext cx="5960308" cy="3453130"/>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11" name="Tijdelijke aanduiding voor tekst 10">
            <a:extLst>
              <a:ext uri="{FF2B5EF4-FFF2-40B4-BE49-F238E27FC236}">
                <a16:creationId xmlns:a16="http://schemas.microsoft.com/office/drawing/2014/main" id="{7F1AA07C-E946-A3A5-525F-3089AA69C4A1}"/>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2" name="Tijdelijke aanduiding voor tekst 11">
            <a:extLst>
              <a:ext uri="{FF2B5EF4-FFF2-40B4-BE49-F238E27FC236}">
                <a16:creationId xmlns:a16="http://schemas.microsoft.com/office/drawing/2014/main" id="{C42CAA74-D8FD-029A-3399-79A5876BAE12}"/>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0" name="Tijdelijke aanduiding voor tekst 9">
            <a:extLst>
              <a:ext uri="{FF2B5EF4-FFF2-40B4-BE49-F238E27FC236}">
                <a16:creationId xmlns:a16="http://schemas.microsoft.com/office/drawing/2014/main" id="{E2C3C4EE-55D2-BAAA-2BAE-536E4EDFAC7B}"/>
              </a:ext>
            </a:extLst>
          </p:cNvPr>
          <p:cNvSpPr>
            <a:spLocks noGrp="1"/>
          </p:cNvSpPr>
          <p:nvPr>
            <p:ph type="body" sz="quarter" idx="13" hasCustomPrompt="1"/>
          </p:nvPr>
        </p:nvSpPr>
        <p:spPr>
          <a:xfrm>
            <a:off x="5513560" y="719138"/>
            <a:ext cx="3468515" cy="632811"/>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accent1"/>
          </a:solidFill>
        </p:spPr>
        <p:txBody>
          <a:bodyPr wrap="none" lIns="324000" tIns="252000" rIns="216000" bIns="180000" anchor="ctr" anchorCtr="0">
            <a:spAutoFit/>
          </a:bodyPr>
          <a:lstStyle>
            <a:lvl1pPr marL="0" indent="0" algn="l">
              <a:lnSpc>
                <a:spcPct val="70000"/>
              </a:lnSpc>
              <a:buNone/>
              <a:defRPr sz="1800" b="1" i="1" cap="all" baseline="0">
                <a:solidFill>
                  <a:schemeClr val="bg1"/>
                </a:solidFill>
                <a:latin typeface="+mj-lt"/>
              </a:defRPr>
            </a:lvl1pPr>
          </a:lstStyle>
          <a:p>
            <a:pPr lvl="0"/>
            <a:r>
              <a:rPr lang="nl-NL" noProof="0" dirty="0"/>
              <a:t>Klik om titel te bewerken</a:t>
            </a:r>
            <a:endParaRPr lang="nl-NL" dirty="0"/>
          </a:p>
        </p:txBody>
      </p:sp>
    </p:spTree>
    <p:extLst>
      <p:ext uri="{BB962C8B-B14F-4D97-AF65-F5344CB8AC3E}">
        <p14:creationId xmlns:p14="http://schemas.microsoft.com/office/powerpoint/2010/main" val="1006753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vatiles links wit met titelkader versie 2">
    <p:spTree>
      <p:nvGrpSpPr>
        <p:cNvPr id="1" name=""/>
        <p:cNvGrpSpPr/>
        <p:nvPr/>
      </p:nvGrpSpPr>
      <p:grpSpPr>
        <a:xfrm>
          <a:off x="0" y="0"/>
          <a:ext cx="0" cy="0"/>
          <a:chOff x="0" y="0"/>
          <a:chExt cx="0" cy="0"/>
        </a:xfrm>
      </p:grpSpPr>
      <p:sp>
        <p:nvSpPr>
          <p:cNvPr id="7" name="Vrije vorm 12">
            <a:extLst>
              <a:ext uri="{FF2B5EF4-FFF2-40B4-BE49-F238E27FC236}">
                <a16:creationId xmlns:a16="http://schemas.microsoft.com/office/drawing/2014/main" id="{1675E7F7-EFBD-D5F3-BA50-A0947C17D294}"/>
              </a:ext>
            </a:extLst>
          </p:cNvPr>
          <p:cNvSpPr/>
          <p:nvPr userDrawn="1"/>
        </p:nvSpPr>
        <p:spPr>
          <a:xfrm>
            <a:off x="1" y="9401"/>
            <a:ext cx="4398364" cy="6847901"/>
          </a:xfrm>
          <a:custGeom>
            <a:avLst/>
            <a:gdLst>
              <a:gd name="connsiteX0" fmla="*/ 0 w 8802765"/>
              <a:gd name="connsiteY0" fmla="*/ 0 h 13705202"/>
              <a:gd name="connsiteX1" fmla="*/ 7598451 w 8802765"/>
              <a:gd name="connsiteY1" fmla="*/ 0 h 13705202"/>
              <a:gd name="connsiteX2" fmla="*/ 8777515 w 8802765"/>
              <a:gd name="connsiteY2" fmla="*/ 1447649 h 13705202"/>
              <a:gd name="connsiteX3" fmla="*/ 6262809 w 8802765"/>
              <a:gd name="connsiteY3" fmla="*/ 13705202 h 13705202"/>
              <a:gd name="connsiteX4" fmla="*/ 0 w 8802765"/>
              <a:gd name="connsiteY4" fmla="*/ 13705202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2765" h="13705202">
                <a:moveTo>
                  <a:pt x="0" y="0"/>
                </a:moveTo>
                <a:lnTo>
                  <a:pt x="7598451" y="0"/>
                </a:lnTo>
                <a:cubicBezTo>
                  <a:pt x="8359979" y="0"/>
                  <a:pt x="8931719" y="700093"/>
                  <a:pt x="8777515" y="1447649"/>
                </a:cubicBezTo>
                <a:lnTo>
                  <a:pt x="6262809" y="13705202"/>
                </a:lnTo>
                <a:lnTo>
                  <a:pt x="0" y="1370520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0">
            <a:extLst>
              <a:ext uri="{FF2B5EF4-FFF2-40B4-BE49-F238E27FC236}">
                <a16:creationId xmlns:a16="http://schemas.microsoft.com/office/drawing/2014/main" id="{793442B8-68FA-1BC8-450C-A54940607DE3}"/>
              </a:ext>
            </a:extLst>
          </p:cNvPr>
          <p:cNvSpPr/>
          <p:nvPr userDrawn="1"/>
        </p:nvSpPr>
        <p:spPr>
          <a:xfrm>
            <a:off x="1" y="1902259"/>
            <a:ext cx="3102851" cy="4950674"/>
          </a:xfrm>
          <a:custGeom>
            <a:avLst/>
            <a:gdLst>
              <a:gd name="connsiteX0" fmla="*/ 0 w 6209961"/>
              <a:gd name="connsiteY0" fmla="*/ 0 h 9908144"/>
              <a:gd name="connsiteX1" fmla="*/ 5339305 w 6209961"/>
              <a:gd name="connsiteY1" fmla="*/ 0 h 9908144"/>
              <a:gd name="connsiteX2" fmla="*/ 6191707 w 6209961"/>
              <a:gd name="connsiteY2" fmla="*/ 1046575 h 9908144"/>
              <a:gd name="connsiteX3" fmla="*/ 4373706 w 6209961"/>
              <a:gd name="connsiteY3" fmla="*/ 9908144 h 9908144"/>
              <a:gd name="connsiteX4" fmla="*/ 0 w 6209961"/>
              <a:gd name="connsiteY4" fmla="*/ 9908144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9961" h="9908144">
                <a:moveTo>
                  <a:pt x="0" y="0"/>
                </a:moveTo>
                <a:lnTo>
                  <a:pt x="5339305" y="0"/>
                </a:lnTo>
                <a:cubicBezTo>
                  <a:pt x="5889851" y="0"/>
                  <a:pt x="6303189" y="506131"/>
                  <a:pt x="6191707" y="1046575"/>
                </a:cubicBezTo>
                <a:lnTo>
                  <a:pt x="4373706" y="9908144"/>
                </a:lnTo>
                <a:lnTo>
                  <a:pt x="0" y="990814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9" name="Vrije vorm 2">
            <a:extLst>
              <a:ext uri="{FF2B5EF4-FFF2-40B4-BE49-F238E27FC236}">
                <a16:creationId xmlns:a16="http://schemas.microsoft.com/office/drawing/2014/main" id="{A7E9BC73-EEBE-CDDC-60F0-7DAC99DF7033}"/>
              </a:ext>
            </a:extLst>
          </p:cNvPr>
          <p:cNvSpPr/>
          <p:nvPr userDrawn="1"/>
        </p:nvSpPr>
        <p:spPr>
          <a:xfrm>
            <a:off x="1" y="4041107"/>
            <a:ext cx="1859914" cy="2816893"/>
          </a:xfrm>
          <a:custGeom>
            <a:avLst/>
            <a:gdLst>
              <a:gd name="connsiteX0" fmla="*/ 0 w 3722380"/>
              <a:gd name="connsiteY0" fmla="*/ 0 h 5637653"/>
              <a:gd name="connsiteX1" fmla="*/ 3226983 w 3722380"/>
              <a:gd name="connsiteY1" fmla="*/ 0 h 5637653"/>
              <a:gd name="connsiteX2" fmla="*/ 3711994 w 3722380"/>
              <a:gd name="connsiteY2" fmla="*/ 595492 h 5637653"/>
              <a:gd name="connsiteX3" fmla="*/ 2677566 w 3722380"/>
              <a:gd name="connsiteY3" fmla="*/ 5637653 h 5637653"/>
              <a:gd name="connsiteX4" fmla="*/ 0 w 3722380"/>
              <a:gd name="connsiteY4" fmla="*/ 5637653 h 5637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380" h="5637653">
                <a:moveTo>
                  <a:pt x="0" y="0"/>
                </a:moveTo>
                <a:lnTo>
                  <a:pt x="3226983" y="0"/>
                </a:lnTo>
                <a:cubicBezTo>
                  <a:pt x="3540240" y="0"/>
                  <a:pt x="3775425" y="287984"/>
                  <a:pt x="3711994" y="595492"/>
                </a:cubicBezTo>
                <a:lnTo>
                  <a:pt x="2677566" y="5637653"/>
                </a:lnTo>
                <a:lnTo>
                  <a:pt x="0" y="5637653"/>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5" name="Rechthoek 4">
            <a:extLst>
              <a:ext uri="{FF2B5EF4-FFF2-40B4-BE49-F238E27FC236}">
                <a16:creationId xmlns:a16="http://schemas.microsoft.com/office/drawing/2014/main" id="{012065BD-1344-CB16-94BB-FF54781A12EB}"/>
              </a:ext>
            </a:extLst>
          </p:cNvPr>
          <p:cNvSpPr/>
          <p:nvPr userDrawn="1"/>
        </p:nvSpPr>
        <p:spPr>
          <a:xfrm>
            <a:off x="0" y="-425941"/>
            <a:ext cx="2906565"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links wit met titelkader versie 2</a:t>
            </a:r>
          </a:p>
        </p:txBody>
      </p:sp>
      <p:sp>
        <p:nvSpPr>
          <p:cNvPr id="4" name="Tijdelijke aanduiding voor tekst 14">
            <a:extLst>
              <a:ext uri="{FF2B5EF4-FFF2-40B4-BE49-F238E27FC236}">
                <a16:creationId xmlns:a16="http://schemas.microsoft.com/office/drawing/2014/main" id="{F92AE0CE-8554-4B96-8520-F6F1B3A094F3}"/>
              </a:ext>
            </a:extLst>
          </p:cNvPr>
          <p:cNvSpPr>
            <a:spLocks noGrp="1"/>
          </p:cNvSpPr>
          <p:nvPr>
            <p:ph type="body" sz="quarter" idx="23" hasCustomPrompt="1"/>
          </p:nvPr>
        </p:nvSpPr>
        <p:spPr>
          <a:xfrm>
            <a:off x="5513560" y="1592262"/>
            <a:ext cx="5960307" cy="536505"/>
          </a:xfrm>
        </p:spPr>
        <p:txBody>
          <a:bodyPr/>
          <a:lstStyle>
            <a:lvl1pPr marL="0" indent="0">
              <a:buNone/>
              <a:defRPr sz="3600" b="1" i="1">
                <a:solidFill>
                  <a:schemeClr val="tx1"/>
                </a:solidFill>
                <a:latin typeface="+mn-lt"/>
              </a:defRPr>
            </a:lvl1pPr>
          </a:lstStyle>
          <a:p>
            <a:pPr lvl="0"/>
            <a:r>
              <a:rPr lang="nl-NL" dirty="0"/>
              <a:t>Klik om titel te bewerken</a:t>
            </a:r>
          </a:p>
        </p:txBody>
      </p:sp>
      <p:sp>
        <p:nvSpPr>
          <p:cNvPr id="6" name="Tijdelijke aanduiding voor tekst 6">
            <a:extLst>
              <a:ext uri="{FF2B5EF4-FFF2-40B4-BE49-F238E27FC236}">
                <a16:creationId xmlns:a16="http://schemas.microsoft.com/office/drawing/2014/main" id="{8783B9C3-E576-A25F-7945-042091BF0C90}"/>
              </a:ext>
            </a:extLst>
          </p:cNvPr>
          <p:cNvSpPr>
            <a:spLocks noGrp="1"/>
          </p:cNvSpPr>
          <p:nvPr>
            <p:ph type="body" sz="quarter" idx="21" hasCustomPrompt="1"/>
          </p:nvPr>
        </p:nvSpPr>
        <p:spPr>
          <a:xfrm>
            <a:off x="5526454" y="2388870"/>
            <a:ext cx="5944821" cy="3453130"/>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10" name="Tijdelijke aanduiding voor tekst 9">
            <a:extLst>
              <a:ext uri="{FF2B5EF4-FFF2-40B4-BE49-F238E27FC236}">
                <a16:creationId xmlns:a16="http://schemas.microsoft.com/office/drawing/2014/main" id="{4E082DB5-6BB5-0818-B405-3E23F73FA902}"/>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2" name="Tijdelijke aanduiding voor tekst 11">
            <a:extLst>
              <a:ext uri="{FF2B5EF4-FFF2-40B4-BE49-F238E27FC236}">
                <a16:creationId xmlns:a16="http://schemas.microsoft.com/office/drawing/2014/main" id="{9C17146C-173D-F1D3-17A3-AB72048FEA72}"/>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1" name="Tijdelijke aanduiding voor tekst 9">
            <a:extLst>
              <a:ext uri="{FF2B5EF4-FFF2-40B4-BE49-F238E27FC236}">
                <a16:creationId xmlns:a16="http://schemas.microsoft.com/office/drawing/2014/main" id="{68DEA1EA-5690-3974-479C-D09A11137DEA}"/>
              </a:ext>
            </a:extLst>
          </p:cNvPr>
          <p:cNvSpPr>
            <a:spLocks noGrp="1"/>
          </p:cNvSpPr>
          <p:nvPr>
            <p:ph type="body" sz="quarter" idx="13" hasCustomPrompt="1"/>
          </p:nvPr>
        </p:nvSpPr>
        <p:spPr>
          <a:xfrm>
            <a:off x="5513560"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accent1"/>
          </a:solidFill>
        </p:spPr>
        <p:txBody>
          <a:bodyPr wrap="none" lIns="324000" tIns="252000" rIns="216000" bIns="180000" anchor="ctr" anchorCtr="0">
            <a:spAutoFit/>
          </a:bodyPr>
          <a:lstStyle>
            <a:lvl1pPr marL="0" indent="0" algn="l">
              <a:lnSpc>
                <a:spcPct val="70000"/>
              </a:lnSpc>
              <a:buNone/>
              <a:defRPr sz="1800" b="1" i="1" cap="all" baseline="0">
                <a:solidFill>
                  <a:schemeClr val="bg1"/>
                </a:solidFill>
                <a:latin typeface="+mn-lt"/>
              </a:defRPr>
            </a:lvl1pPr>
          </a:lstStyle>
          <a:p>
            <a:pPr lvl="0"/>
            <a:r>
              <a:rPr lang="nl-NL" noProof="0" dirty="0"/>
              <a:t>Klik om titel te bewerken</a:t>
            </a:r>
            <a:endParaRPr lang="nl-NL" dirty="0"/>
          </a:p>
        </p:txBody>
      </p:sp>
    </p:spTree>
    <p:extLst>
      <p:ext uri="{BB962C8B-B14F-4D97-AF65-F5344CB8AC3E}">
        <p14:creationId xmlns:p14="http://schemas.microsoft.com/office/powerpoint/2010/main" val="2327615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vatiles links wit met titelkader versie 3">
    <p:bg>
      <p:bgPr>
        <a:solidFill>
          <a:schemeClr val="accent1"/>
        </a:solidFill>
        <a:effectLst/>
      </p:bgPr>
    </p:bg>
    <p:spTree>
      <p:nvGrpSpPr>
        <p:cNvPr id="1" name=""/>
        <p:cNvGrpSpPr/>
        <p:nvPr/>
      </p:nvGrpSpPr>
      <p:grpSpPr>
        <a:xfrm>
          <a:off x="0" y="0"/>
          <a:ext cx="0" cy="0"/>
          <a:chOff x="0" y="0"/>
          <a:chExt cx="0" cy="0"/>
        </a:xfrm>
      </p:grpSpPr>
      <p:sp>
        <p:nvSpPr>
          <p:cNvPr id="7" name="Vrije vorm 12">
            <a:extLst>
              <a:ext uri="{FF2B5EF4-FFF2-40B4-BE49-F238E27FC236}">
                <a16:creationId xmlns:a16="http://schemas.microsoft.com/office/drawing/2014/main" id="{1675E7F7-EFBD-D5F3-BA50-A0947C17D294}"/>
              </a:ext>
            </a:extLst>
          </p:cNvPr>
          <p:cNvSpPr/>
          <p:nvPr userDrawn="1"/>
        </p:nvSpPr>
        <p:spPr>
          <a:xfrm>
            <a:off x="0" y="10099"/>
            <a:ext cx="4398364" cy="6847901"/>
          </a:xfrm>
          <a:custGeom>
            <a:avLst/>
            <a:gdLst>
              <a:gd name="connsiteX0" fmla="*/ 0 w 8802765"/>
              <a:gd name="connsiteY0" fmla="*/ 0 h 13705202"/>
              <a:gd name="connsiteX1" fmla="*/ 7598451 w 8802765"/>
              <a:gd name="connsiteY1" fmla="*/ 0 h 13705202"/>
              <a:gd name="connsiteX2" fmla="*/ 8777515 w 8802765"/>
              <a:gd name="connsiteY2" fmla="*/ 1447649 h 13705202"/>
              <a:gd name="connsiteX3" fmla="*/ 6262809 w 8802765"/>
              <a:gd name="connsiteY3" fmla="*/ 13705202 h 13705202"/>
              <a:gd name="connsiteX4" fmla="*/ 0 w 8802765"/>
              <a:gd name="connsiteY4" fmla="*/ 13705202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2765" h="13705202">
                <a:moveTo>
                  <a:pt x="0" y="0"/>
                </a:moveTo>
                <a:lnTo>
                  <a:pt x="7598451" y="0"/>
                </a:lnTo>
                <a:cubicBezTo>
                  <a:pt x="8359979" y="0"/>
                  <a:pt x="8931719" y="700093"/>
                  <a:pt x="8777515" y="1447649"/>
                </a:cubicBezTo>
                <a:lnTo>
                  <a:pt x="6262809" y="13705202"/>
                </a:lnTo>
                <a:lnTo>
                  <a:pt x="0" y="1370520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8" name="Vrije vorm 10">
            <a:extLst>
              <a:ext uri="{FF2B5EF4-FFF2-40B4-BE49-F238E27FC236}">
                <a16:creationId xmlns:a16="http://schemas.microsoft.com/office/drawing/2014/main" id="{793442B8-68FA-1BC8-450C-A54940607DE3}"/>
              </a:ext>
            </a:extLst>
          </p:cNvPr>
          <p:cNvSpPr/>
          <p:nvPr userDrawn="1"/>
        </p:nvSpPr>
        <p:spPr>
          <a:xfrm>
            <a:off x="1" y="1902259"/>
            <a:ext cx="3102851" cy="4950674"/>
          </a:xfrm>
          <a:custGeom>
            <a:avLst/>
            <a:gdLst>
              <a:gd name="connsiteX0" fmla="*/ 0 w 6209961"/>
              <a:gd name="connsiteY0" fmla="*/ 0 h 9908144"/>
              <a:gd name="connsiteX1" fmla="*/ 5339305 w 6209961"/>
              <a:gd name="connsiteY1" fmla="*/ 0 h 9908144"/>
              <a:gd name="connsiteX2" fmla="*/ 6191707 w 6209961"/>
              <a:gd name="connsiteY2" fmla="*/ 1046575 h 9908144"/>
              <a:gd name="connsiteX3" fmla="*/ 4373706 w 6209961"/>
              <a:gd name="connsiteY3" fmla="*/ 9908144 h 9908144"/>
              <a:gd name="connsiteX4" fmla="*/ 0 w 6209961"/>
              <a:gd name="connsiteY4" fmla="*/ 9908144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9961" h="9908144">
                <a:moveTo>
                  <a:pt x="0" y="0"/>
                </a:moveTo>
                <a:lnTo>
                  <a:pt x="5339305" y="0"/>
                </a:lnTo>
                <a:cubicBezTo>
                  <a:pt x="5889851" y="0"/>
                  <a:pt x="6303189" y="506131"/>
                  <a:pt x="6191707" y="1046575"/>
                </a:cubicBezTo>
                <a:lnTo>
                  <a:pt x="4373706" y="9908144"/>
                </a:lnTo>
                <a:lnTo>
                  <a:pt x="0" y="990814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9" name="Vrije vorm 2">
            <a:extLst>
              <a:ext uri="{FF2B5EF4-FFF2-40B4-BE49-F238E27FC236}">
                <a16:creationId xmlns:a16="http://schemas.microsoft.com/office/drawing/2014/main" id="{A7E9BC73-EEBE-CDDC-60F0-7DAC99DF7033}"/>
              </a:ext>
            </a:extLst>
          </p:cNvPr>
          <p:cNvSpPr/>
          <p:nvPr userDrawn="1"/>
        </p:nvSpPr>
        <p:spPr>
          <a:xfrm>
            <a:off x="1" y="4041107"/>
            <a:ext cx="1859914" cy="2816893"/>
          </a:xfrm>
          <a:custGeom>
            <a:avLst/>
            <a:gdLst>
              <a:gd name="connsiteX0" fmla="*/ 0 w 3722380"/>
              <a:gd name="connsiteY0" fmla="*/ 0 h 5637653"/>
              <a:gd name="connsiteX1" fmla="*/ 3226983 w 3722380"/>
              <a:gd name="connsiteY1" fmla="*/ 0 h 5637653"/>
              <a:gd name="connsiteX2" fmla="*/ 3711994 w 3722380"/>
              <a:gd name="connsiteY2" fmla="*/ 595492 h 5637653"/>
              <a:gd name="connsiteX3" fmla="*/ 2677566 w 3722380"/>
              <a:gd name="connsiteY3" fmla="*/ 5637653 h 5637653"/>
              <a:gd name="connsiteX4" fmla="*/ 0 w 3722380"/>
              <a:gd name="connsiteY4" fmla="*/ 5637653 h 5637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380" h="5637653">
                <a:moveTo>
                  <a:pt x="0" y="0"/>
                </a:moveTo>
                <a:lnTo>
                  <a:pt x="3226983" y="0"/>
                </a:lnTo>
                <a:cubicBezTo>
                  <a:pt x="3540240" y="0"/>
                  <a:pt x="3775425" y="287984"/>
                  <a:pt x="3711994" y="595492"/>
                </a:cubicBezTo>
                <a:lnTo>
                  <a:pt x="2677566" y="5637653"/>
                </a:lnTo>
                <a:lnTo>
                  <a:pt x="0" y="563765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5" name="Rechthoek 4">
            <a:extLst>
              <a:ext uri="{FF2B5EF4-FFF2-40B4-BE49-F238E27FC236}">
                <a16:creationId xmlns:a16="http://schemas.microsoft.com/office/drawing/2014/main" id="{012065BD-1344-CB16-94BB-FF54781A12EB}"/>
              </a:ext>
            </a:extLst>
          </p:cNvPr>
          <p:cNvSpPr/>
          <p:nvPr userDrawn="1"/>
        </p:nvSpPr>
        <p:spPr>
          <a:xfrm>
            <a:off x="0" y="-425941"/>
            <a:ext cx="2906565"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Avatiles</a:t>
            </a:r>
            <a:r>
              <a:rPr lang="nl-NL" sz="1600" b="0" cap="none" baseline="0" noProof="0" dirty="0">
                <a:solidFill>
                  <a:schemeClr val="accent1"/>
                </a:solidFill>
                <a:latin typeface="+mj-lt"/>
              </a:rPr>
              <a:t> links wit met titelkader versie 3</a:t>
            </a:r>
          </a:p>
        </p:txBody>
      </p:sp>
      <p:sp>
        <p:nvSpPr>
          <p:cNvPr id="4" name="Tijdelijke aanduiding voor tekst 14">
            <a:extLst>
              <a:ext uri="{FF2B5EF4-FFF2-40B4-BE49-F238E27FC236}">
                <a16:creationId xmlns:a16="http://schemas.microsoft.com/office/drawing/2014/main" id="{F92AE0CE-8554-4B96-8520-F6F1B3A094F3}"/>
              </a:ext>
            </a:extLst>
          </p:cNvPr>
          <p:cNvSpPr>
            <a:spLocks noGrp="1"/>
          </p:cNvSpPr>
          <p:nvPr>
            <p:ph type="body" sz="quarter" idx="23" hasCustomPrompt="1"/>
          </p:nvPr>
        </p:nvSpPr>
        <p:spPr>
          <a:xfrm>
            <a:off x="5513560" y="1592262"/>
            <a:ext cx="5960307" cy="536505"/>
          </a:xfrm>
        </p:spPr>
        <p:txBody>
          <a:bodyPr/>
          <a:lstStyle>
            <a:lvl1pPr marL="0" indent="0">
              <a:buNone/>
              <a:defRPr sz="3600" b="1" i="1">
                <a:solidFill>
                  <a:schemeClr val="bg1"/>
                </a:solidFill>
                <a:latin typeface="+mn-lt"/>
              </a:defRPr>
            </a:lvl1pPr>
          </a:lstStyle>
          <a:p>
            <a:pPr lvl="0"/>
            <a:r>
              <a:rPr lang="nl-NL" dirty="0"/>
              <a:t>Klik om titel te bewerken</a:t>
            </a:r>
          </a:p>
        </p:txBody>
      </p:sp>
      <p:sp>
        <p:nvSpPr>
          <p:cNvPr id="6" name="Tijdelijke aanduiding voor tekst 6">
            <a:extLst>
              <a:ext uri="{FF2B5EF4-FFF2-40B4-BE49-F238E27FC236}">
                <a16:creationId xmlns:a16="http://schemas.microsoft.com/office/drawing/2014/main" id="{8783B9C3-E576-A25F-7945-042091BF0C90}"/>
              </a:ext>
            </a:extLst>
          </p:cNvPr>
          <p:cNvSpPr>
            <a:spLocks noGrp="1"/>
          </p:cNvSpPr>
          <p:nvPr>
            <p:ph type="body" sz="quarter" idx="21" hasCustomPrompt="1"/>
          </p:nvPr>
        </p:nvSpPr>
        <p:spPr>
          <a:xfrm>
            <a:off x="5526454" y="2388870"/>
            <a:ext cx="5944821" cy="3453130"/>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10" name="Tijdelijke aanduiding voor tekst 9">
            <a:extLst>
              <a:ext uri="{FF2B5EF4-FFF2-40B4-BE49-F238E27FC236}">
                <a16:creationId xmlns:a16="http://schemas.microsoft.com/office/drawing/2014/main" id="{BDE815E8-D6BD-19FD-C912-FD1C330AC58C}"/>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2" name="Tijdelijke aanduiding voor tekst 11">
            <a:extLst>
              <a:ext uri="{FF2B5EF4-FFF2-40B4-BE49-F238E27FC236}">
                <a16:creationId xmlns:a16="http://schemas.microsoft.com/office/drawing/2014/main" id="{FCEFFEEE-1EEB-3CF5-947E-76D66E27D11A}"/>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1" name="Tijdelijke aanduiding voor tekst 9">
            <a:extLst>
              <a:ext uri="{FF2B5EF4-FFF2-40B4-BE49-F238E27FC236}">
                <a16:creationId xmlns:a16="http://schemas.microsoft.com/office/drawing/2014/main" id="{8470E1A7-78EC-0554-7085-B1C84C04EDDA}"/>
              </a:ext>
            </a:extLst>
          </p:cNvPr>
          <p:cNvSpPr>
            <a:spLocks noGrp="1"/>
          </p:cNvSpPr>
          <p:nvPr>
            <p:ph type="body" sz="quarter" idx="13" hasCustomPrompt="1"/>
          </p:nvPr>
        </p:nvSpPr>
        <p:spPr>
          <a:xfrm>
            <a:off x="5513560"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bg1"/>
          </a:solidFill>
        </p:spPr>
        <p:txBody>
          <a:bodyPr wrap="none" lIns="324000" tIns="252000" rIns="216000" bIns="180000" anchor="ctr" anchorCtr="0">
            <a:spAutoFit/>
          </a:bodyPr>
          <a:lstStyle>
            <a:lvl1pPr marL="0" indent="0" algn="l">
              <a:lnSpc>
                <a:spcPct val="70000"/>
              </a:lnSpc>
              <a:buNone/>
              <a:defRPr sz="1800" b="1" i="1" cap="all" baseline="0">
                <a:solidFill>
                  <a:schemeClr val="tx1"/>
                </a:solidFill>
                <a:latin typeface="+mn-lt"/>
              </a:defRPr>
            </a:lvl1pPr>
          </a:lstStyle>
          <a:p>
            <a:pPr lvl="0"/>
            <a:r>
              <a:rPr lang="nl-NL" noProof="0" dirty="0"/>
              <a:t>Klik om titel te bewerken</a:t>
            </a:r>
            <a:endParaRPr lang="nl-NL" dirty="0"/>
          </a:p>
        </p:txBody>
      </p:sp>
    </p:spTree>
    <p:extLst>
      <p:ext uri="{BB962C8B-B14F-4D97-AF65-F5344CB8AC3E}">
        <p14:creationId xmlns:p14="http://schemas.microsoft.com/office/powerpoint/2010/main" val="3198825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lide met tekst en avatile image links - wit">
    <p:spTree>
      <p:nvGrpSpPr>
        <p:cNvPr id="1" name=""/>
        <p:cNvGrpSpPr/>
        <p:nvPr/>
      </p:nvGrpSpPr>
      <p:grpSpPr>
        <a:xfrm>
          <a:off x="0" y="0"/>
          <a:ext cx="0" cy="0"/>
          <a:chOff x="0" y="0"/>
          <a:chExt cx="0" cy="0"/>
        </a:xfrm>
      </p:grpSpPr>
      <p:sp>
        <p:nvSpPr>
          <p:cNvPr id="4" name="Tijdelijke aanduiding voor afbeelding 6">
            <a:extLst>
              <a:ext uri="{FF2B5EF4-FFF2-40B4-BE49-F238E27FC236}">
                <a16:creationId xmlns:a16="http://schemas.microsoft.com/office/drawing/2014/main" id="{AED305DB-6A91-F7AD-5CF0-885702767759}"/>
              </a:ext>
            </a:extLst>
          </p:cNvPr>
          <p:cNvSpPr>
            <a:spLocks noGrp="1"/>
          </p:cNvSpPr>
          <p:nvPr>
            <p:ph type="pic" sz="quarter" idx="11" hasCustomPrompt="1"/>
          </p:nvPr>
        </p:nvSpPr>
        <p:spPr>
          <a:xfrm>
            <a:off x="0" y="0"/>
            <a:ext cx="5793177" cy="6858000"/>
          </a:xfrm>
          <a:custGeom>
            <a:avLst/>
            <a:gdLst>
              <a:gd name="connsiteX0" fmla="*/ 0 w 11584960"/>
              <a:gd name="connsiteY0" fmla="*/ 0 h 13714350"/>
              <a:gd name="connsiteX1" fmla="*/ 10378679 w 11584960"/>
              <a:gd name="connsiteY1" fmla="*/ 0 h 13714350"/>
              <a:gd name="connsiteX2" fmla="*/ 11559912 w 11584960"/>
              <a:gd name="connsiteY2" fmla="*/ 1448653 h 13714350"/>
              <a:gd name="connsiteX3" fmla="*/ 9042369 w 11584960"/>
              <a:gd name="connsiteY3" fmla="*/ 13714350 h 13714350"/>
              <a:gd name="connsiteX4" fmla="*/ 0 w 11584960"/>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0" h="13714350">
                <a:moveTo>
                  <a:pt x="0" y="0"/>
                </a:moveTo>
                <a:lnTo>
                  <a:pt x="10378679" y="0"/>
                </a:lnTo>
                <a:cubicBezTo>
                  <a:pt x="11142521" y="0"/>
                  <a:pt x="11713341" y="701227"/>
                  <a:pt x="11559912" y="1448653"/>
                </a:cubicBezTo>
                <a:lnTo>
                  <a:pt x="9042369" y="13714350"/>
                </a:lnTo>
                <a:lnTo>
                  <a:pt x="0" y="13714350"/>
                </a:lnTo>
                <a:close/>
              </a:path>
            </a:pathLst>
          </a:custGeom>
          <a:solidFill>
            <a:schemeClr val="bg1">
              <a:lumMod val="95000"/>
            </a:schemeClr>
          </a:solidFill>
        </p:spPr>
        <p:txBody>
          <a:bodyPr vert="horz" lIns="1044000" tIns="0" rIns="360000" bIns="1260000" rtlCol="0" anchor="ctr" anchorCtr="0">
            <a:noAutofit/>
          </a:bodyPr>
          <a:lstStyle>
            <a:lvl1pPr marL="0" indent="0">
              <a:buNone/>
              <a:defRPr lang="nl-NL" sz="1200" i="1" dirty="0">
                <a:solidFill>
                  <a:schemeClr val="bg1">
                    <a:lumMod val="50000"/>
                  </a:schemeClr>
                </a:solidFill>
              </a:defRPr>
            </a:lvl1pPr>
          </a:lstStyle>
          <a:p>
            <a:pPr marL="174625" lvl="0" indent="-174625" algn="ctr">
              <a:lnSpc>
                <a:spcPct val="100000"/>
              </a:lnSpc>
              <a:spcBef>
                <a:spcPts val="0"/>
              </a:spcBef>
              <a:spcAft>
                <a:spcPts val="0"/>
              </a:spcAft>
            </a:pPr>
            <a:r>
              <a:rPr lang="nl-NL" dirty="0"/>
              <a:t>Klik op onderstaand pictogram </a:t>
            </a:r>
            <a:br>
              <a:rPr lang="nl-NL" dirty="0"/>
            </a:br>
            <a:r>
              <a:rPr lang="nl-NL" dirty="0"/>
              <a:t>om een afbeelding in te voegen</a:t>
            </a:r>
          </a:p>
          <a:p>
            <a:pPr marL="0" lvl="0" indent="0" algn="ctr">
              <a:lnSpc>
                <a:spcPct val="100000"/>
              </a:lnSpc>
              <a:spcBef>
                <a:spcPts val="0"/>
              </a:spcBef>
              <a:spcAft>
                <a:spcPts val="0"/>
              </a:spcAft>
              <a:buNone/>
            </a:pPr>
            <a:endParaRPr lang="en-GB" dirty="0"/>
          </a:p>
          <a:p>
            <a:pPr marL="0" lvl="0" indent="0" algn="ctr">
              <a:lnSpc>
                <a:spcPct val="100000"/>
              </a:lnSpc>
              <a:spcBef>
                <a:spcPts val="0"/>
              </a:spcBef>
              <a:spcAft>
                <a:spcPts val="0"/>
              </a:spcAft>
              <a:buNone/>
            </a:pPr>
            <a:endParaRPr lang="nl-NL" dirty="0"/>
          </a:p>
          <a:p>
            <a:pPr marL="0" lvl="0" indent="0" algn="ctr">
              <a:lnSpc>
                <a:spcPct val="100000"/>
              </a:lnSpc>
              <a:spcBef>
                <a:spcPts val="0"/>
              </a:spcBef>
              <a:spcAft>
                <a:spcPts val="0"/>
              </a:spcAft>
              <a:buNone/>
            </a:pPr>
            <a:r>
              <a:rPr lang="nl-NL" dirty="0"/>
              <a:t> </a:t>
            </a:r>
          </a:p>
        </p:txBody>
      </p:sp>
      <p:sp>
        <p:nvSpPr>
          <p:cNvPr id="5" name="Titel 1">
            <a:extLst>
              <a:ext uri="{FF2B5EF4-FFF2-40B4-BE49-F238E27FC236}">
                <a16:creationId xmlns:a16="http://schemas.microsoft.com/office/drawing/2014/main" id="{FDDF7722-C12E-3336-5274-B0CDE89416EA}"/>
              </a:ext>
            </a:extLst>
          </p:cNvPr>
          <p:cNvSpPr>
            <a:spLocks noGrp="1"/>
          </p:cNvSpPr>
          <p:nvPr>
            <p:ph type="ctrTitle" hasCustomPrompt="1"/>
          </p:nvPr>
        </p:nvSpPr>
        <p:spPr>
          <a:xfrm>
            <a:off x="6398825" y="1902259"/>
            <a:ext cx="5072449" cy="1526741"/>
          </a:xfrm>
        </p:spPr>
        <p:txBody>
          <a:bodyPr anchor="t"/>
          <a:lstStyle>
            <a:lvl1pPr algn="l">
              <a:lnSpc>
                <a:spcPct val="80000"/>
              </a:lnSpc>
              <a:defRPr sz="4800" b="1" i="1">
                <a:solidFill>
                  <a:schemeClr val="tx1"/>
                </a:solidFill>
              </a:defRPr>
            </a:lvl1pPr>
          </a:lstStyle>
          <a:p>
            <a:r>
              <a:rPr lang="nl-NL" noProof="0" dirty="0"/>
              <a:t>KLIK OM TITEL </a:t>
            </a:r>
            <a:br>
              <a:rPr lang="nl-NL" noProof="0" dirty="0"/>
            </a:br>
            <a:r>
              <a:rPr lang="nl-NL" noProof="0" dirty="0"/>
              <a:t>TE BEWERKEN</a:t>
            </a:r>
          </a:p>
        </p:txBody>
      </p:sp>
      <p:sp>
        <p:nvSpPr>
          <p:cNvPr id="6" name="Tijdelijke aanduiding voor tekst 6">
            <a:extLst>
              <a:ext uri="{FF2B5EF4-FFF2-40B4-BE49-F238E27FC236}">
                <a16:creationId xmlns:a16="http://schemas.microsoft.com/office/drawing/2014/main" id="{8A858D0E-D597-BC80-5CF1-12358FDC9FEA}"/>
              </a:ext>
            </a:extLst>
          </p:cNvPr>
          <p:cNvSpPr>
            <a:spLocks noGrp="1"/>
          </p:cNvSpPr>
          <p:nvPr>
            <p:ph type="body" sz="quarter" idx="21" hasCustomPrompt="1"/>
          </p:nvPr>
        </p:nvSpPr>
        <p:spPr>
          <a:xfrm>
            <a:off x="6398825" y="3513698"/>
            <a:ext cx="5072449" cy="2328302"/>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3101811"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tekst en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links - wit</a:t>
            </a:r>
          </a:p>
        </p:txBody>
      </p:sp>
      <p:sp>
        <p:nvSpPr>
          <p:cNvPr id="2" name="Tijdelijke aanduiding voor tekst 1">
            <a:extLst>
              <a:ext uri="{FF2B5EF4-FFF2-40B4-BE49-F238E27FC236}">
                <a16:creationId xmlns:a16="http://schemas.microsoft.com/office/drawing/2014/main" id="{DE777AE1-9B6C-4367-85F7-3EA26532F858}"/>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29" name="Tijdelijke aanduiding voor tekst 28">
            <a:extLst>
              <a:ext uri="{FF2B5EF4-FFF2-40B4-BE49-F238E27FC236}">
                <a16:creationId xmlns:a16="http://schemas.microsoft.com/office/drawing/2014/main" id="{D596BFE6-E281-D391-026E-90C15B7F1831}"/>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002538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lide met tekst en ingevulde avatile image links - wit">
    <p:spTree>
      <p:nvGrpSpPr>
        <p:cNvPr id="1" name=""/>
        <p:cNvGrpSpPr/>
        <p:nvPr/>
      </p:nvGrpSpPr>
      <p:grpSpPr>
        <a:xfrm>
          <a:off x="0" y="0"/>
          <a:ext cx="0" cy="0"/>
          <a:chOff x="0" y="0"/>
          <a:chExt cx="0" cy="0"/>
        </a:xfrm>
      </p:grpSpPr>
      <p:pic>
        <p:nvPicPr>
          <p:cNvPr id="2" name="Afbeelding 1" descr="Afbeelding met twee studenten die uit een Avans gebouw lopen.">
            <a:extLst>
              <a:ext uri="{FF2B5EF4-FFF2-40B4-BE49-F238E27FC236}">
                <a16:creationId xmlns:a16="http://schemas.microsoft.com/office/drawing/2014/main" id="{12ABEC40-6156-0D73-6810-32DE5497B52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9041" y="0"/>
            <a:ext cx="5842001" cy="6858000"/>
          </a:xfrm>
          <a:prstGeom prst="rect">
            <a:avLst/>
          </a:prstGeom>
        </p:spPr>
      </p:pic>
      <p:sp>
        <p:nvSpPr>
          <p:cNvPr id="5" name="Titel 1">
            <a:extLst>
              <a:ext uri="{FF2B5EF4-FFF2-40B4-BE49-F238E27FC236}">
                <a16:creationId xmlns:a16="http://schemas.microsoft.com/office/drawing/2014/main" id="{FDDF7722-C12E-3336-5274-B0CDE89416EA}"/>
              </a:ext>
            </a:extLst>
          </p:cNvPr>
          <p:cNvSpPr>
            <a:spLocks noGrp="1"/>
          </p:cNvSpPr>
          <p:nvPr>
            <p:ph type="ctrTitle" hasCustomPrompt="1"/>
          </p:nvPr>
        </p:nvSpPr>
        <p:spPr>
          <a:xfrm>
            <a:off x="6398825" y="1902259"/>
            <a:ext cx="5072449" cy="1526741"/>
          </a:xfrm>
        </p:spPr>
        <p:txBody>
          <a:bodyPr anchor="t"/>
          <a:lstStyle>
            <a:lvl1pPr algn="l">
              <a:lnSpc>
                <a:spcPct val="80000"/>
              </a:lnSpc>
              <a:defRPr sz="4800" b="1" i="1">
                <a:solidFill>
                  <a:schemeClr val="tx1"/>
                </a:solidFill>
              </a:defRPr>
            </a:lvl1pPr>
          </a:lstStyle>
          <a:p>
            <a:r>
              <a:rPr lang="nl-NL" noProof="0" dirty="0"/>
              <a:t>KLIK OM TITEL </a:t>
            </a:r>
            <a:br>
              <a:rPr lang="nl-NL" noProof="0" dirty="0"/>
            </a:br>
            <a:r>
              <a:rPr lang="nl-NL" noProof="0" dirty="0"/>
              <a:t>TE BEWERKEN</a:t>
            </a:r>
          </a:p>
        </p:txBody>
      </p:sp>
      <p:sp>
        <p:nvSpPr>
          <p:cNvPr id="6" name="Tijdelijke aanduiding voor tekst 6">
            <a:extLst>
              <a:ext uri="{FF2B5EF4-FFF2-40B4-BE49-F238E27FC236}">
                <a16:creationId xmlns:a16="http://schemas.microsoft.com/office/drawing/2014/main" id="{8A858D0E-D597-BC80-5CF1-12358FDC9FEA}"/>
              </a:ext>
            </a:extLst>
          </p:cNvPr>
          <p:cNvSpPr>
            <a:spLocks noGrp="1"/>
          </p:cNvSpPr>
          <p:nvPr>
            <p:ph type="body" sz="quarter" idx="21" hasCustomPrompt="1"/>
          </p:nvPr>
        </p:nvSpPr>
        <p:spPr>
          <a:xfrm>
            <a:off x="6398825" y="3513698"/>
            <a:ext cx="5072449" cy="2328302"/>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3864841"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tekst en ingevulde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links - wit</a:t>
            </a:r>
          </a:p>
        </p:txBody>
      </p:sp>
      <p:sp>
        <p:nvSpPr>
          <p:cNvPr id="4" name="Tijdelijke aanduiding voor tekst 3">
            <a:extLst>
              <a:ext uri="{FF2B5EF4-FFF2-40B4-BE49-F238E27FC236}">
                <a16:creationId xmlns:a16="http://schemas.microsoft.com/office/drawing/2014/main" id="{34D63488-B461-284D-9304-B47862D0881D}"/>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9" name="Tijdelijke aanduiding voor tekst 8">
            <a:extLst>
              <a:ext uri="{FF2B5EF4-FFF2-40B4-BE49-F238E27FC236}">
                <a16:creationId xmlns:a16="http://schemas.microsoft.com/office/drawing/2014/main" id="{8D4D289E-C79B-0207-A246-2B8F811FFE36}"/>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3"/>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274643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lide met tekst en avatile image links - rood">
    <p:bg>
      <p:bgPr>
        <a:solidFill>
          <a:schemeClr val="accent1"/>
        </a:solidFill>
        <a:effectLst/>
      </p:bgPr>
    </p:bg>
    <p:spTree>
      <p:nvGrpSpPr>
        <p:cNvPr id="1" name=""/>
        <p:cNvGrpSpPr/>
        <p:nvPr/>
      </p:nvGrpSpPr>
      <p:grpSpPr>
        <a:xfrm>
          <a:off x="0" y="0"/>
          <a:ext cx="0" cy="0"/>
          <a:chOff x="0" y="0"/>
          <a:chExt cx="0" cy="0"/>
        </a:xfrm>
      </p:grpSpPr>
      <p:sp>
        <p:nvSpPr>
          <p:cNvPr id="4" name="Tijdelijke aanduiding voor afbeelding 6">
            <a:extLst>
              <a:ext uri="{FF2B5EF4-FFF2-40B4-BE49-F238E27FC236}">
                <a16:creationId xmlns:a16="http://schemas.microsoft.com/office/drawing/2014/main" id="{AED305DB-6A91-F7AD-5CF0-885702767759}"/>
              </a:ext>
            </a:extLst>
          </p:cNvPr>
          <p:cNvSpPr>
            <a:spLocks noGrp="1"/>
          </p:cNvSpPr>
          <p:nvPr>
            <p:ph type="pic" sz="quarter" idx="11" hasCustomPrompt="1"/>
          </p:nvPr>
        </p:nvSpPr>
        <p:spPr>
          <a:xfrm>
            <a:off x="0" y="0"/>
            <a:ext cx="5793177" cy="6858000"/>
          </a:xfrm>
          <a:custGeom>
            <a:avLst/>
            <a:gdLst>
              <a:gd name="connsiteX0" fmla="*/ 0 w 11584960"/>
              <a:gd name="connsiteY0" fmla="*/ 0 h 13714350"/>
              <a:gd name="connsiteX1" fmla="*/ 10378679 w 11584960"/>
              <a:gd name="connsiteY1" fmla="*/ 0 h 13714350"/>
              <a:gd name="connsiteX2" fmla="*/ 11559912 w 11584960"/>
              <a:gd name="connsiteY2" fmla="*/ 1448653 h 13714350"/>
              <a:gd name="connsiteX3" fmla="*/ 9042369 w 11584960"/>
              <a:gd name="connsiteY3" fmla="*/ 13714350 h 13714350"/>
              <a:gd name="connsiteX4" fmla="*/ 0 w 11584960"/>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0" h="13714350">
                <a:moveTo>
                  <a:pt x="0" y="0"/>
                </a:moveTo>
                <a:lnTo>
                  <a:pt x="10378679" y="0"/>
                </a:lnTo>
                <a:cubicBezTo>
                  <a:pt x="11142521" y="0"/>
                  <a:pt x="11713341" y="701227"/>
                  <a:pt x="11559912" y="1448653"/>
                </a:cubicBezTo>
                <a:lnTo>
                  <a:pt x="9042369" y="13714350"/>
                </a:lnTo>
                <a:lnTo>
                  <a:pt x="0" y="13714350"/>
                </a:lnTo>
                <a:close/>
              </a:path>
            </a:pathLst>
          </a:custGeom>
          <a:solidFill>
            <a:schemeClr val="bg1">
              <a:lumMod val="95000"/>
            </a:schemeClr>
          </a:solidFill>
        </p:spPr>
        <p:txBody>
          <a:bodyPr vert="horz" lIns="1044000" tIns="0" rIns="360000" bIns="1260000" rtlCol="0" anchor="ctr" anchorCtr="0">
            <a:noAutofit/>
          </a:bodyPr>
          <a:lstStyle>
            <a:lvl1pPr marL="0" indent="0">
              <a:buNone/>
              <a:defRPr lang="nl-NL" sz="1200" i="1" dirty="0">
                <a:solidFill>
                  <a:schemeClr val="bg1">
                    <a:lumMod val="50000"/>
                  </a:schemeClr>
                </a:solidFill>
              </a:defRPr>
            </a:lvl1pPr>
          </a:lstStyle>
          <a:p>
            <a:pPr marL="174625" lvl="0" indent="-174625" algn="ctr">
              <a:lnSpc>
                <a:spcPct val="100000"/>
              </a:lnSpc>
              <a:spcBef>
                <a:spcPts val="0"/>
              </a:spcBef>
              <a:spcAft>
                <a:spcPts val="0"/>
              </a:spcAft>
            </a:pPr>
            <a:r>
              <a:rPr lang="nl-NL" dirty="0"/>
              <a:t>Klik op onderstaand pictogram </a:t>
            </a:r>
            <a:br>
              <a:rPr lang="nl-NL" dirty="0"/>
            </a:br>
            <a:r>
              <a:rPr lang="nl-NL" dirty="0"/>
              <a:t>om een afbeelding in te voegen</a:t>
            </a:r>
          </a:p>
          <a:p>
            <a:pPr marL="0" lvl="0" indent="0" algn="ctr">
              <a:lnSpc>
                <a:spcPct val="100000"/>
              </a:lnSpc>
              <a:spcBef>
                <a:spcPts val="0"/>
              </a:spcBef>
              <a:spcAft>
                <a:spcPts val="0"/>
              </a:spcAft>
              <a:buNone/>
            </a:pPr>
            <a:endParaRPr lang="en-GB" dirty="0"/>
          </a:p>
          <a:p>
            <a:pPr marL="0" lvl="0" indent="0" algn="ctr">
              <a:lnSpc>
                <a:spcPct val="100000"/>
              </a:lnSpc>
              <a:spcBef>
                <a:spcPts val="0"/>
              </a:spcBef>
              <a:spcAft>
                <a:spcPts val="0"/>
              </a:spcAft>
              <a:buNone/>
            </a:pPr>
            <a:endParaRPr lang="nl-NL" dirty="0"/>
          </a:p>
          <a:p>
            <a:pPr marL="0" lvl="0" indent="0" algn="ctr">
              <a:lnSpc>
                <a:spcPct val="100000"/>
              </a:lnSpc>
              <a:spcBef>
                <a:spcPts val="0"/>
              </a:spcBef>
              <a:spcAft>
                <a:spcPts val="0"/>
              </a:spcAft>
              <a:buNone/>
            </a:pPr>
            <a:r>
              <a:rPr lang="nl-NL" dirty="0"/>
              <a:t> </a:t>
            </a:r>
          </a:p>
        </p:txBody>
      </p:sp>
      <p:sp>
        <p:nvSpPr>
          <p:cNvPr id="5" name="Titel 1">
            <a:extLst>
              <a:ext uri="{FF2B5EF4-FFF2-40B4-BE49-F238E27FC236}">
                <a16:creationId xmlns:a16="http://schemas.microsoft.com/office/drawing/2014/main" id="{FDDF7722-C12E-3336-5274-B0CDE89416EA}"/>
              </a:ext>
            </a:extLst>
          </p:cNvPr>
          <p:cNvSpPr>
            <a:spLocks noGrp="1"/>
          </p:cNvSpPr>
          <p:nvPr>
            <p:ph type="ctrTitle" hasCustomPrompt="1"/>
          </p:nvPr>
        </p:nvSpPr>
        <p:spPr>
          <a:xfrm>
            <a:off x="6398825" y="1902259"/>
            <a:ext cx="5072449" cy="1526741"/>
          </a:xfrm>
        </p:spPr>
        <p:txBody>
          <a:bodyPr anchor="t"/>
          <a:lstStyle>
            <a:lvl1pPr algn="l">
              <a:lnSpc>
                <a:spcPct val="80000"/>
              </a:lnSpc>
              <a:defRPr sz="4800" b="1" i="1">
                <a:solidFill>
                  <a:schemeClr val="bg1"/>
                </a:solidFill>
              </a:defRPr>
            </a:lvl1pPr>
          </a:lstStyle>
          <a:p>
            <a:r>
              <a:rPr lang="nl-NL" noProof="0" dirty="0"/>
              <a:t>KLIK OM TITEL </a:t>
            </a:r>
            <a:br>
              <a:rPr lang="nl-NL" noProof="0" dirty="0"/>
            </a:br>
            <a:r>
              <a:rPr lang="nl-NL" noProof="0" dirty="0"/>
              <a:t>TE BEWERKEN</a:t>
            </a:r>
          </a:p>
        </p:txBody>
      </p:sp>
      <p:sp>
        <p:nvSpPr>
          <p:cNvPr id="6" name="Tijdelijke aanduiding voor tekst 6">
            <a:extLst>
              <a:ext uri="{FF2B5EF4-FFF2-40B4-BE49-F238E27FC236}">
                <a16:creationId xmlns:a16="http://schemas.microsoft.com/office/drawing/2014/main" id="{8A858D0E-D597-BC80-5CF1-12358FDC9FEA}"/>
              </a:ext>
            </a:extLst>
          </p:cNvPr>
          <p:cNvSpPr>
            <a:spLocks noGrp="1"/>
          </p:cNvSpPr>
          <p:nvPr>
            <p:ph type="body" sz="quarter" idx="21" hasCustomPrompt="1"/>
          </p:nvPr>
        </p:nvSpPr>
        <p:spPr>
          <a:xfrm>
            <a:off x="6398825" y="3513698"/>
            <a:ext cx="5072449" cy="2328302"/>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3231654"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tekst en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links - rood</a:t>
            </a:r>
          </a:p>
        </p:txBody>
      </p:sp>
      <p:sp>
        <p:nvSpPr>
          <p:cNvPr id="2" name="Tijdelijke aanduiding voor tekst 1">
            <a:extLst>
              <a:ext uri="{FF2B5EF4-FFF2-40B4-BE49-F238E27FC236}">
                <a16:creationId xmlns:a16="http://schemas.microsoft.com/office/drawing/2014/main" id="{D3601AE7-2961-4414-ABED-CA0E5C6573FB}"/>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7" name="Tijdelijke aanduiding voor tekst 6">
            <a:extLst>
              <a:ext uri="{FF2B5EF4-FFF2-40B4-BE49-F238E27FC236}">
                <a16:creationId xmlns:a16="http://schemas.microsoft.com/office/drawing/2014/main" id="{22A834EA-372C-8720-1610-0A127162ABBB}"/>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678854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lide met titelkader en avatile image links - wit">
    <p:spTree>
      <p:nvGrpSpPr>
        <p:cNvPr id="1" name=""/>
        <p:cNvGrpSpPr/>
        <p:nvPr/>
      </p:nvGrpSpPr>
      <p:grpSpPr>
        <a:xfrm>
          <a:off x="0" y="0"/>
          <a:ext cx="0" cy="0"/>
          <a:chOff x="0" y="0"/>
          <a:chExt cx="0" cy="0"/>
        </a:xfrm>
      </p:grpSpPr>
      <p:sp>
        <p:nvSpPr>
          <p:cNvPr id="11" name="Tijdelijke aanduiding voor afbeelding 6">
            <a:extLst>
              <a:ext uri="{FF2B5EF4-FFF2-40B4-BE49-F238E27FC236}">
                <a16:creationId xmlns:a16="http://schemas.microsoft.com/office/drawing/2014/main" id="{8577ED91-57B5-7EB2-67CD-1F7705653678}"/>
              </a:ext>
            </a:extLst>
          </p:cNvPr>
          <p:cNvSpPr>
            <a:spLocks noGrp="1"/>
          </p:cNvSpPr>
          <p:nvPr>
            <p:ph type="pic" sz="quarter" idx="11" hasCustomPrompt="1"/>
          </p:nvPr>
        </p:nvSpPr>
        <p:spPr>
          <a:xfrm>
            <a:off x="0" y="0"/>
            <a:ext cx="5793177" cy="6858000"/>
          </a:xfrm>
          <a:custGeom>
            <a:avLst/>
            <a:gdLst>
              <a:gd name="connsiteX0" fmla="*/ 0 w 11584960"/>
              <a:gd name="connsiteY0" fmla="*/ 0 h 13714350"/>
              <a:gd name="connsiteX1" fmla="*/ 10378679 w 11584960"/>
              <a:gd name="connsiteY1" fmla="*/ 0 h 13714350"/>
              <a:gd name="connsiteX2" fmla="*/ 11559912 w 11584960"/>
              <a:gd name="connsiteY2" fmla="*/ 1448653 h 13714350"/>
              <a:gd name="connsiteX3" fmla="*/ 9042369 w 11584960"/>
              <a:gd name="connsiteY3" fmla="*/ 13714350 h 13714350"/>
              <a:gd name="connsiteX4" fmla="*/ 0 w 11584960"/>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0" h="13714350">
                <a:moveTo>
                  <a:pt x="0" y="0"/>
                </a:moveTo>
                <a:lnTo>
                  <a:pt x="10378679" y="0"/>
                </a:lnTo>
                <a:cubicBezTo>
                  <a:pt x="11142521" y="0"/>
                  <a:pt x="11713341" y="701227"/>
                  <a:pt x="11559912" y="1448653"/>
                </a:cubicBezTo>
                <a:lnTo>
                  <a:pt x="9042369" y="13714350"/>
                </a:lnTo>
                <a:lnTo>
                  <a:pt x="0" y="13714350"/>
                </a:lnTo>
                <a:close/>
              </a:path>
            </a:pathLst>
          </a:custGeom>
          <a:solidFill>
            <a:schemeClr val="bg1">
              <a:lumMod val="95000"/>
            </a:schemeClr>
          </a:solidFill>
        </p:spPr>
        <p:txBody>
          <a:bodyPr vert="horz" lIns="1044000" tIns="0" rIns="360000" bIns="1260000" rtlCol="0" anchor="ctr" anchorCtr="0">
            <a:noAutofit/>
          </a:bodyPr>
          <a:lstStyle>
            <a:lvl1pPr marL="0" indent="0">
              <a:buNone/>
              <a:defRPr lang="nl-NL" sz="1200" i="1" dirty="0">
                <a:solidFill>
                  <a:schemeClr val="bg1">
                    <a:lumMod val="50000"/>
                  </a:schemeClr>
                </a:solidFill>
              </a:defRPr>
            </a:lvl1pPr>
          </a:lstStyle>
          <a:p>
            <a:pPr marL="174625" lvl="0" indent="-174625" algn="ctr">
              <a:lnSpc>
                <a:spcPct val="100000"/>
              </a:lnSpc>
              <a:spcBef>
                <a:spcPts val="0"/>
              </a:spcBef>
              <a:spcAft>
                <a:spcPts val="0"/>
              </a:spcAft>
            </a:pPr>
            <a:r>
              <a:rPr lang="nl-NL" dirty="0"/>
              <a:t>Klik op onderstaand pictogram </a:t>
            </a:r>
            <a:br>
              <a:rPr lang="nl-NL" dirty="0"/>
            </a:br>
            <a:r>
              <a:rPr lang="nl-NL" dirty="0"/>
              <a:t>om een afbeelding in te voegen</a:t>
            </a:r>
          </a:p>
          <a:p>
            <a:pPr marL="0" lvl="0" indent="0" algn="ctr">
              <a:lnSpc>
                <a:spcPct val="100000"/>
              </a:lnSpc>
              <a:spcBef>
                <a:spcPts val="0"/>
              </a:spcBef>
              <a:spcAft>
                <a:spcPts val="0"/>
              </a:spcAft>
              <a:buNone/>
            </a:pPr>
            <a:endParaRPr lang="en-GB" dirty="0"/>
          </a:p>
          <a:p>
            <a:pPr marL="0" lvl="0" indent="0" algn="ctr">
              <a:lnSpc>
                <a:spcPct val="100000"/>
              </a:lnSpc>
              <a:spcBef>
                <a:spcPts val="0"/>
              </a:spcBef>
              <a:spcAft>
                <a:spcPts val="0"/>
              </a:spcAft>
              <a:buNone/>
            </a:pPr>
            <a:endParaRPr lang="nl-NL" dirty="0"/>
          </a:p>
          <a:p>
            <a:pPr marL="0" lvl="0" indent="0" algn="ctr">
              <a:lnSpc>
                <a:spcPct val="100000"/>
              </a:lnSpc>
              <a:spcBef>
                <a:spcPts val="0"/>
              </a:spcBef>
              <a:spcAft>
                <a:spcPts val="0"/>
              </a:spcAft>
              <a:buNone/>
            </a:pPr>
            <a:r>
              <a:rPr lang="nl-NL" dirty="0"/>
              <a:t> </a:t>
            </a:r>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342561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titelkader en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links - wit</a:t>
            </a:r>
          </a:p>
        </p:txBody>
      </p:sp>
      <p:sp>
        <p:nvSpPr>
          <p:cNvPr id="4" name="Tijdelijke aanduiding voor tekst 9">
            <a:extLst>
              <a:ext uri="{FF2B5EF4-FFF2-40B4-BE49-F238E27FC236}">
                <a16:creationId xmlns:a16="http://schemas.microsoft.com/office/drawing/2014/main" id="{C47B16D3-8270-D56D-2E34-1BFD755369C0}"/>
              </a:ext>
            </a:extLst>
          </p:cNvPr>
          <p:cNvSpPr>
            <a:spLocks noGrp="1"/>
          </p:cNvSpPr>
          <p:nvPr>
            <p:ph type="body" sz="quarter" idx="13" hasCustomPrompt="1"/>
          </p:nvPr>
        </p:nvSpPr>
        <p:spPr>
          <a:xfrm>
            <a:off x="5971309"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accent1"/>
          </a:solidFill>
        </p:spPr>
        <p:txBody>
          <a:bodyPr wrap="none" lIns="324000" tIns="252000" rIns="216000" bIns="180000" anchor="ctr" anchorCtr="0">
            <a:spAutoFit/>
          </a:bodyPr>
          <a:lstStyle>
            <a:lvl1pPr marL="0" indent="0" algn="l">
              <a:lnSpc>
                <a:spcPct val="70000"/>
              </a:lnSpc>
              <a:buNone/>
              <a:defRPr sz="1800" b="1" i="1" cap="all" baseline="0">
                <a:solidFill>
                  <a:schemeClr val="bg1"/>
                </a:solidFill>
                <a:latin typeface="+mn-lt"/>
              </a:defRPr>
            </a:lvl1pPr>
          </a:lstStyle>
          <a:p>
            <a:pPr lvl="0"/>
            <a:r>
              <a:rPr lang="nl-NL" dirty="0"/>
              <a:t>KLIK OM TITEL TE BEWERKEN</a:t>
            </a:r>
          </a:p>
        </p:txBody>
      </p:sp>
      <p:sp>
        <p:nvSpPr>
          <p:cNvPr id="9" name="Tijdelijke aanduiding voor tekst 14">
            <a:extLst>
              <a:ext uri="{FF2B5EF4-FFF2-40B4-BE49-F238E27FC236}">
                <a16:creationId xmlns:a16="http://schemas.microsoft.com/office/drawing/2014/main" id="{C466576F-C7BC-643F-1AD8-911D30421F49}"/>
              </a:ext>
            </a:extLst>
          </p:cNvPr>
          <p:cNvSpPr>
            <a:spLocks noGrp="1"/>
          </p:cNvSpPr>
          <p:nvPr>
            <p:ph type="body" sz="quarter" idx="23" hasCustomPrompt="1"/>
          </p:nvPr>
        </p:nvSpPr>
        <p:spPr>
          <a:xfrm>
            <a:off x="5971309" y="1592263"/>
            <a:ext cx="5502558" cy="572022"/>
          </a:xfrm>
        </p:spPr>
        <p:txBody>
          <a:bodyPr/>
          <a:lstStyle>
            <a:lvl1pPr marL="0" indent="0">
              <a:buNone/>
              <a:defRPr sz="3600" b="1" i="1">
                <a:solidFill>
                  <a:schemeClr val="tx1"/>
                </a:solidFill>
                <a:latin typeface="+mn-lt"/>
              </a:defRPr>
            </a:lvl1pPr>
          </a:lstStyle>
          <a:p>
            <a:pPr lvl="0"/>
            <a:r>
              <a:rPr lang="nl-NL" dirty="0"/>
              <a:t>Klik om titel te bewerken</a:t>
            </a:r>
          </a:p>
        </p:txBody>
      </p:sp>
      <p:sp>
        <p:nvSpPr>
          <p:cNvPr id="10" name="Tijdelijke aanduiding voor tekst 6">
            <a:extLst>
              <a:ext uri="{FF2B5EF4-FFF2-40B4-BE49-F238E27FC236}">
                <a16:creationId xmlns:a16="http://schemas.microsoft.com/office/drawing/2014/main" id="{AAC1A957-6DB0-A629-2A12-EC8A9371640D}"/>
              </a:ext>
            </a:extLst>
          </p:cNvPr>
          <p:cNvSpPr>
            <a:spLocks noGrp="1"/>
          </p:cNvSpPr>
          <p:nvPr>
            <p:ph type="body" sz="quarter" idx="21" hasCustomPrompt="1"/>
          </p:nvPr>
        </p:nvSpPr>
        <p:spPr>
          <a:xfrm>
            <a:off x="5968718" y="2388870"/>
            <a:ext cx="5502558" cy="3453130"/>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jdelijke aanduiding voor tekst 1">
            <a:extLst>
              <a:ext uri="{FF2B5EF4-FFF2-40B4-BE49-F238E27FC236}">
                <a16:creationId xmlns:a16="http://schemas.microsoft.com/office/drawing/2014/main" id="{1362DE97-F6A6-1403-9D25-47409C7820B1}"/>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6" name="Tijdelijke aanduiding voor tekst 5">
            <a:extLst>
              <a:ext uri="{FF2B5EF4-FFF2-40B4-BE49-F238E27FC236}">
                <a16:creationId xmlns:a16="http://schemas.microsoft.com/office/drawing/2014/main" id="{E78E0B2F-B2F7-E89E-6B0A-ABBF60EDAD28}"/>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705064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lide met titelkader en ingevulde avatile image links versie 1 - wit">
    <p:spTree>
      <p:nvGrpSpPr>
        <p:cNvPr id="1" name=""/>
        <p:cNvGrpSpPr/>
        <p:nvPr/>
      </p:nvGrpSpPr>
      <p:grpSpPr>
        <a:xfrm>
          <a:off x="0" y="0"/>
          <a:ext cx="0" cy="0"/>
          <a:chOff x="0" y="0"/>
          <a:chExt cx="0" cy="0"/>
        </a:xfrm>
      </p:grpSpPr>
      <p:pic>
        <p:nvPicPr>
          <p:cNvPr id="2" name="Tijdelijke aanduiding voor afbeelding 9" descr="Twee mannelijke studenten zittend op een bankje aan het studeren met laptop voor zich op een tafel.">
            <a:extLst>
              <a:ext uri="{FF2B5EF4-FFF2-40B4-BE49-F238E27FC236}">
                <a16:creationId xmlns:a16="http://schemas.microsoft.com/office/drawing/2014/main" id="{8C5BCB08-FCE8-4600-6684-89F816DE345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5793177" cy="6858000"/>
          </a:xfrm>
          <a:custGeom>
            <a:avLst/>
            <a:gdLst>
              <a:gd name="connsiteX0" fmla="*/ 0 w 11584960"/>
              <a:gd name="connsiteY0" fmla="*/ 0 h 13714350"/>
              <a:gd name="connsiteX1" fmla="*/ 10378679 w 11584960"/>
              <a:gd name="connsiteY1" fmla="*/ 0 h 13714350"/>
              <a:gd name="connsiteX2" fmla="*/ 11559912 w 11584960"/>
              <a:gd name="connsiteY2" fmla="*/ 1448653 h 13714350"/>
              <a:gd name="connsiteX3" fmla="*/ 9042369 w 11584960"/>
              <a:gd name="connsiteY3" fmla="*/ 13714350 h 13714350"/>
              <a:gd name="connsiteX4" fmla="*/ 0 w 11584960"/>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0" h="13714350">
                <a:moveTo>
                  <a:pt x="0" y="0"/>
                </a:moveTo>
                <a:lnTo>
                  <a:pt x="10378679" y="0"/>
                </a:lnTo>
                <a:cubicBezTo>
                  <a:pt x="11142521" y="0"/>
                  <a:pt x="11713341" y="701227"/>
                  <a:pt x="11559912" y="1448653"/>
                </a:cubicBezTo>
                <a:lnTo>
                  <a:pt x="9042369" y="13714350"/>
                </a:lnTo>
                <a:lnTo>
                  <a:pt x="0" y="13714350"/>
                </a:lnTo>
                <a:close/>
              </a:path>
            </a:pathLst>
          </a:custGeom>
        </p:spPr>
      </p:pic>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482343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titelkader en ingevulde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links versie 1 - wit</a:t>
            </a:r>
          </a:p>
        </p:txBody>
      </p:sp>
      <p:sp>
        <p:nvSpPr>
          <p:cNvPr id="4" name="Tijdelijke aanduiding voor tekst 9">
            <a:extLst>
              <a:ext uri="{FF2B5EF4-FFF2-40B4-BE49-F238E27FC236}">
                <a16:creationId xmlns:a16="http://schemas.microsoft.com/office/drawing/2014/main" id="{C47B16D3-8270-D56D-2E34-1BFD755369C0}"/>
              </a:ext>
            </a:extLst>
          </p:cNvPr>
          <p:cNvSpPr>
            <a:spLocks noGrp="1"/>
          </p:cNvSpPr>
          <p:nvPr>
            <p:ph type="body" sz="quarter" idx="13" hasCustomPrompt="1"/>
          </p:nvPr>
        </p:nvSpPr>
        <p:spPr>
          <a:xfrm>
            <a:off x="5971309"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accent1"/>
          </a:solidFill>
        </p:spPr>
        <p:txBody>
          <a:bodyPr wrap="none" lIns="324000" tIns="252000" rIns="216000" bIns="180000" anchor="ctr" anchorCtr="0">
            <a:spAutoFit/>
          </a:bodyPr>
          <a:lstStyle>
            <a:lvl1pPr marL="0" indent="0" algn="l">
              <a:lnSpc>
                <a:spcPct val="70000"/>
              </a:lnSpc>
              <a:buNone/>
              <a:defRPr sz="1800" b="1" i="1" cap="all" baseline="0">
                <a:solidFill>
                  <a:schemeClr val="bg1"/>
                </a:solidFill>
                <a:latin typeface="+mn-lt"/>
              </a:defRPr>
            </a:lvl1pPr>
          </a:lstStyle>
          <a:p>
            <a:pPr lvl="0"/>
            <a:r>
              <a:rPr lang="nl-NL" dirty="0"/>
              <a:t>KLIK OM TITEL TE BEWERKEN</a:t>
            </a:r>
          </a:p>
        </p:txBody>
      </p:sp>
      <p:sp>
        <p:nvSpPr>
          <p:cNvPr id="9" name="Tijdelijke aanduiding voor tekst 14">
            <a:extLst>
              <a:ext uri="{FF2B5EF4-FFF2-40B4-BE49-F238E27FC236}">
                <a16:creationId xmlns:a16="http://schemas.microsoft.com/office/drawing/2014/main" id="{C466576F-C7BC-643F-1AD8-911D30421F49}"/>
              </a:ext>
            </a:extLst>
          </p:cNvPr>
          <p:cNvSpPr>
            <a:spLocks noGrp="1"/>
          </p:cNvSpPr>
          <p:nvPr>
            <p:ph type="body" sz="quarter" idx="23" hasCustomPrompt="1"/>
          </p:nvPr>
        </p:nvSpPr>
        <p:spPr>
          <a:xfrm>
            <a:off x="5971309" y="1592263"/>
            <a:ext cx="5502558" cy="604422"/>
          </a:xfrm>
        </p:spPr>
        <p:txBody>
          <a:bodyPr/>
          <a:lstStyle>
            <a:lvl1pPr marL="0" indent="0">
              <a:buNone/>
              <a:defRPr sz="3600" b="1" i="1">
                <a:solidFill>
                  <a:schemeClr val="tx1"/>
                </a:solidFill>
                <a:latin typeface="+mn-lt"/>
              </a:defRPr>
            </a:lvl1pPr>
          </a:lstStyle>
          <a:p>
            <a:pPr lvl="0"/>
            <a:r>
              <a:rPr lang="nl-NL" dirty="0"/>
              <a:t>Klik om titel te bewerken</a:t>
            </a:r>
          </a:p>
        </p:txBody>
      </p:sp>
      <p:sp>
        <p:nvSpPr>
          <p:cNvPr id="10" name="Tijdelijke aanduiding voor tekst 6">
            <a:extLst>
              <a:ext uri="{FF2B5EF4-FFF2-40B4-BE49-F238E27FC236}">
                <a16:creationId xmlns:a16="http://schemas.microsoft.com/office/drawing/2014/main" id="{AAC1A957-6DB0-A629-2A12-EC8A9371640D}"/>
              </a:ext>
            </a:extLst>
          </p:cNvPr>
          <p:cNvSpPr>
            <a:spLocks noGrp="1"/>
          </p:cNvSpPr>
          <p:nvPr>
            <p:ph type="body" sz="quarter" idx="21" hasCustomPrompt="1"/>
          </p:nvPr>
        </p:nvSpPr>
        <p:spPr>
          <a:xfrm>
            <a:off x="5968718" y="2388870"/>
            <a:ext cx="5502558" cy="3453130"/>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5" name="Tijdelijke aanduiding voor tekst 4">
            <a:extLst>
              <a:ext uri="{FF2B5EF4-FFF2-40B4-BE49-F238E27FC236}">
                <a16:creationId xmlns:a16="http://schemas.microsoft.com/office/drawing/2014/main" id="{23A60E45-C087-9CD4-93B6-BE6497568B98}"/>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7" name="Tijdelijke aanduiding voor tekst 6">
            <a:extLst>
              <a:ext uri="{FF2B5EF4-FFF2-40B4-BE49-F238E27FC236}">
                <a16:creationId xmlns:a16="http://schemas.microsoft.com/office/drawing/2014/main" id="{ACB73688-172A-4A3E-F84D-CCC8C1243FF9}"/>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3"/>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84533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lide met titelkader en ingevulde avatile image links versie 2 - wit">
    <p:spTree>
      <p:nvGrpSpPr>
        <p:cNvPr id="1" name=""/>
        <p:cNvGrpSpPr/>
        <p:nvPr/>
      </p:nvGrpSpPr>
      <p:grpSpPr>
        <a:xfrm>
          <a:off x="0" y="0"/>
          <a:ext cx="0" cy="0"/>
          <a:chOff x="0" y="0"/>
          <a:chExt cx="0" cy="0"/>
        </a:xfrm>
      </p:grpSpPr>
      <p:pic>
        <p:nvPicPr>
          <p:cNvPr id="5" name="Afbeelding 4" descr="Twee vrouwelijke studenten kijken lachend over hun schouder naar de kijker terwijl ze voor een prikbord staan met stiften in de hand werkend aan een opdracht.">
            <a:extLst>
              <a:ext uri="{FF2B5EF4-FFF2-40B4-BE49-F238E27FC236}">
                <a16:creationId xmlns:a16="http://schemas.microsoft.com/office/drawing/2014/main" id="{3EABAB7B-E3F0-5AAB-5EDF-78A28CCB062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5842000" cy="6858000"/>
          </a:xfrm>
          <a:prstGeom prst="rect">
            <a:avLst/>
          </a:prstGeom>
        </p:spPr>
      </p:pic>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482343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lide</a:t>
            </a:r>
            <a:r>
              <a:rPr lang="nl-NL" sz="1600" b="0" cap="none" baseline="0" noProof="0" dirty="0">
                <a:solidFill>
                  <a:schemeClr val="accent1"/>
                </a:solidFill>
                <a:latin typeface="+mj-lt"/>
              </a:rPr>
              <a:t> met titelkader en ingevulde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links versie 2 - wit</a:t>
            </a:r>
          </a:p>
        </p:txBody>
      </p:sp>
      <p:sp>
        <p:nvSpPr>
          <p:cNvPr id="4" name="Tijdelijke aanduiding voor tekst 9">
            <a:extLst>
              <a:ext uri="{FF2B5EF4-FFF2-40B4-BE49-F238E27FC236}">
                <a16:creationId xmlns:a16="http://schemas.microsoft.com/office/drawing/2014/main" id="{C47B16D3-8270-D56D-2E34-1BFD755369C0}"/>
              </a:ext>
            </a:extLst>
          </p:cNvPr>
          <p:cNvSpPr>
            <a:spLocks noGrp="1"/>
          </p:cNvSpPr>
          <p:nvPr>
            <p:ph type="body" sz="quarter" idx="13" hasCustomPrompt="1"/>
          </p:nvPr>
        </p:nvSpPr>
        <p:spPr>
          <a:xfrm>
            <a:off x="5971309"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accent1"/>
          </a:solidFill>
        </p:spPr>
        <p:txBody>
          <a:bodyPr wrap="none" lIns="324000" tIns="252000" rIns="216000" bIns="180000" anchor="ctr" anchorCtr="0">
            <a:spAutoFit/>
          </a:bodyPr>
          <a:lstStyle>
            <a:lvl1pPr marL="0" indent="0" algn="l">
              <a:lnSpc>
                <a:spcPct val="70000"/>
              </a:lnSpc>
              <a:buNone/>
              <a:defRPr sz="1800" b="1" i="1" cap="all" baseline="0">
                <a:solidFill>
                  <a:schemeClr val="bg1"/>
                </a:solidFill>
                <a:latin typeface="+mn-lt"/>
              </a:defRPr>
            </a:lvl1pPr>
          </a:lstStyle>
          <a:p>
            <a:pPr lvl="0"/>
            <a:r>
              <a:rPr lang="nl-NL" dirty="0"/>
              <a:t>KLIK OM TITEL TE BEWERKEN</a:t>
            </a:r>
          </a:p>
        </p:txBody>
      </p:sp>
      <p:sp>
        <p:nvSpPr>
          <p:cNvPr id="9" name="Tijdelijke aanduiding voor tekst 14">
            <a:extLst>
              <a:ext uri="{FF2B5EF4-FFF2-40B4-BE49-F238E27FC236}">
                <a16:creationId xmlns:a16="http://schemas.microsoft.com/office/drawing/2014/main" id="{C466576F-C7BC-643F-1AD8-911D30421F49}"/>
              </a:ext>
            </a:extLst>
          </p:cNvPr>
          <p:cNvSpPr>
            <a:spLocks noGrp="1"/>
          </p:cNvSpPr>
          <p:nvPr>
            <p:ph type="body" sz="quarter" idx="23" hasCustomPrompt="1"/>
          </p:nvPr>
        </p:nvSpPr>
        <p:spPr>
          <a:xfrm>
            <a:off x="5971309" y="1592263"/>
            <a:ext cx="5502558" cy="572022"/>
          </a:xfrm>
        </p:spPr>
        <p:txBody>
          <a:bodyPr/>
          <a:lstStyle>
            <a:lvl1pPr marL="0" indent="0">
              <a:buNone/>
              <a:defRPr sz="3600" b="1" i="1">
                <a:solidFill>
                  <a:schemeClr val="tx1"/>
                </a:solidFill>
                <a:latin typeface="+mn-lt"/>
              </a:defRPr>
            </a:lvl1pPr>
          </a:lstStyle>
          <a:p>
            <a:pPr lvl="0"/>
            <a:r>
              <a:rPr lang="nl-NL" dirty="0"/>
              <a:t>Klik om titel te bewerken</a:t>
            </a:r>
          </a:p>
        </p:txBody>
      </p:sp>
      <p:sp>
        <p:nvSpPr>
          <p:cNvPr id="10" name="Tijdelijke aanduiding voor tekst 6">
            <a:extLst>
              <a:ext uri="{FF2B5EF4-FFF2-40B4-BE49-F238E27FC236}">
                <a16:creationId xmlns:a16="http://schemas.microsoft.com/office/drawing/2014/main" id="{AAC1A957-6DB0-A629-2A12-EC8A9371640D}"/>
              </a:ext>
            </a:extLst>
          </p:cNvPr>
          <p:cNvSpPr>
            <a:spLocks noGrp="1"/>
          </p:cNvSpPr>
          <p:nvPr>
            <p:ph type="body" sz="quarter" idx="21" hasCustomPrompt="1"/>
          </p:nvPr>
        </p:nvSpPr>
        <p:spPr>
          <a:xfrm>
            <a:off x="5968718" y="2388870"/>
            <a:ext cx="5502558" cy="3453130"/>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jdelijke aanduiding voor tekst 1">
            <a:extLst>
              <a:ext uri="{FF2B5EF4-FFF2-40B4-BE49-F238E27FC236}">
                <a16:creationId xmlns:a16="http://schemas.microsoft.com/office/drawing/2014/main" id="{88DFA2EA-0DB8-121A-1EEA-C3ACC91243EE}"/>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7" name="Tijdelijke aanduiding voor tekst 6">
            <a:extLst>
              <a:ext uri="{FF2B5EF4-FFF2-40B4-BE49-F238E27FC236}">
                <a16:creationId xmlns:a16="http://schemas.microsoft.com/office/drawing/2014/main" id="{E0611FF0-A788-489C-72C8-408518D36453}"/>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3"/>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712914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lide met titelkader en avatile image links - rechts">
    <p:bg>
      <p:bgPr>
        <a:solidFill>
          <a:schemeClr val="accent1"/>
        </a:solidFill>
        <a:effectLst/>
      </p:bgPr>
    </p:bg>
    <p:spTree>
      <p:nvGrpSpPr>
        <p:cNvPr id="1" name=""/>
        <p:cNvGrpSpPr/>
        <p:nvPr/>
      </p:nvGrpSpPr>
      <p:grpSpPr>
        <a:xfrm>
          <a:off x="0" y="0"/>
          <a:ext cx="0" cy="0"/>
          <a:chOff x="0" y="0"/>
          <a:chExt cx="0" cy="0"/>
        </a:xfrm>
      </p:grpSpPr>
      <p:sp>
        <p:nvSpPr>
          <p:cNvPr id="4" name="Tijdelijke aanduiding voor afbeelding 6">
            <a:extLst>
              <a:ext uri="{FF2B5EF4-FFF2-40B4-BE49-F238E27FC236}">
                <a16:creationId xmlns:a16="http://schemas.microsoft.com/office/drawing/2014/main" id="{AED305DB-6A91-F7AD-5CF0-885702767759}"/>
              </a:ext>
            </a:extLst>
          </p:cNvPr>
          <p:cNvSpPr>
            <a:spLocks noGrp="1"/>
          </p:cNvSpPr>
          <p:nvPr>
            <p:ph type="pic" sz="quarter" idx="11" hasCustomPrompt="1"/>
          </p:nvPr>
        </p:nvSpPr>
        <p:spPr>
          <a:xfrm>
            <a:off x="0" y="0"/>
            <a:ext cx="5793177" cy="6858000"/>
          </a:xfrm>
          <a:custGeom>
            <a:avLst/>
            <a:gdLst>
              <a:gd name="connsiteX0" fmla="*/ 0 w 11584960"/>
              <a:gd name="connsiteY0" fmla="*/ 0 h 13714350"/>
              <a:gd name="connsiteX1" fmla="*/ 10378679 w 11584960"/>
              <a:gd name="connsiteY1" fmla="*/ 0 h 13714350"/>
              <a:gd name="connsiteX2" fmla="*/ 11559912 w 11584960"/>
              <a:gd name="connsiteY2" fmla="*/ 1448653 h 13714350"/>
              <a:gd name="connsiteX3" fmla="*/ 9042369 w 11584960"/>
              <a:gd name="connsiteY3" fmla="*/ 13714350 h 13714350"/>
              <a:gd name="connsiteX4" fmla="*/ 0 w 11584960"/>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0" h="13714350">
                <a:moveTo>
                  <a:pt x="0" y="0"/>
                </a:moveTo>
                <a:lnTo>
                  <a:pt x="10378679" y="0"/>
                </a:lnTo>
                <a:cubicBezTo>
                  <a:pt x="11142521" y="0"/>
                  <a:pt x="11713341" y="701227"/>
                  <a:pt x="11559912" y="1448653"/>
                </a:cubicBezTo>
                <a:lnTo>
                  <a:pt x="9042369" y="13714350"/>
                </a:lnTo>
                <a:lnTo>
                  <a:pt x="0" y="13714350"/>
                </a:lnTo>
                <a:close/>
              </a:path>
            </a:pathLst>
          </a:custGeom>
          <a:solidFill>
            <a:schemeClr val="bg1">
              <a:lumMod val="95000"/>
            </a:schemeClr>
          </a:solidFill>
        </p:spPr>
        <p:txBody>
          <a:bodyPr vert="horz" lIns="1044000" tIns="0" rIns="360000" bIns="1260000" rtlCol="0" anchor="ctr" anchorCtr="0">
            <a:noAutofit/>
          </a:bodyPr>
          <a:lstStyle>
            <a:lvl1pPr marL="0" indent="0">
              <a:buNone/>
              <a:defRPr lang="nl-NL" sz="1200" i="1" dirty="0">
                <a:solidFill>
                  <a:schemeClr val="bg1">
                    <a:lumMod val="50000"/>
                  </a:schemeClr>
                </a:solidFill>
              </a:defRPr>
            </a:lvl1pPr>
          </a:lstStyle>
          <a:p>
            <a:pPr marL="174625" lvl="0" indent="-174625" algn="ctr">
              <a:lnSpc>
                <a:spcPct val="100000"/>
              </a:lnSpc>
              <a:spcBef>
                <a:spcPts val="0"/>
              </a:spcBef>
              <a:spcAft>
                <a:spcPts val="0"/>
              </a:spcAft>
            </a:pPr>
            <a:r>
              <a:rPr lang="nl-NL" dirty="0"/>
              <a:t>Klik op onderstaand pictogram </a:t>
            </a:r>
            <a:br>
              <a:rPr lang="nl-NL" dirty="0"/>
            </a:br>
            <a:r>
              <a:rPr lang="nl-NL" dirty="0"/>
              <a:t>om een afbeelding in te voegen</a:t>
            </a:r>
          </a:p>
          <a:p>
            <a:pPr marL="0" lvl="0" indent="0" algn="ctr">
              <a:lnSpc>
                <a:spcPct val="100000"/>
              </a:lnSpc>
              <a:spcBef>
                <a:spcPts val="0"/>
              </a:spcBef>
              <a:spcAft>
                <a:spcPts val="0"/>
              </a:spcAft>
              <a:buNone/>
            </a:pPr>
            <a:endParaRPr lang="en-GB" dirty="0"/>
          </a:p>
          <a:p>
            <a:pPr marL="0" lvl="0" indent="0" algn="ctr">
              <a:lnSpc>
                <a:spcPct val="100000"/>
              </a:lnSpc>
              <a:spcBef>
                <a:spcPts val="0"/>
              </a:spcBef>
              <a:spcAft>
                <a:spcPts val="0"/>
              </a:spcAft>
              <a:buNone/>
            </a:pPr>
            <a:endParaRPr lang="nl-NL" dirty="0"/>
          </a:p>
          <a:p>
            <a:pPr marL="0" lvl="0" indent="0" algn="ctr">
              <a:lnSpc>
                <a:spcPct val="100000"/>
              </a:lnSpc>
              <a:spcBef>
                <a:spcPts val="0"/>
              </a:spcBef>
              <a:spcAft>
                <a:spcPts val="0"/>
              </a:spcAft>
              <a:buNone/>
            </a:pPr>
            <a:r>
              <a:rPr lang="nl-NL" dirty="0"/>
              <a:t> </a:t>
            </a:r>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3678892"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titelkader en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links - rechts</a:t>
            </a:r>
          </a:p>
        </p:txBody>
      </p:sp>
      <p:sp>
        <p:nvSpPr>
          <p:cNvPr id="2" name="Tijdelijke aanduiding voor tekst 9">
            <a:extLst>
              <a:ext uri="{FF2B5EF4-FFF2-40B4-BE49-F238E27FC236}">
                <a16:creationId xmlns:a16="http://schemas.microsoft.com/office/drawing/2014/main" id="{2B7C391E-E9F8-D9E8-5F28-88903B1C0D01}"/>
              </a:ext>
            </a:extLst>
          </p:cNvPr>
          <p:cNvSpPr>
            <a:spLocks noGrp="1"/>
          </p:cNvSpPr>
          <p:nvPr>
            <p:ph type="body" sz="quarter" idx="13" hasCustomPrompt="1"/>
          </p:nvPr>
        </p:nvSpPr>
        <p:spPr>
          <a:xfrm>
            <a:off x="5971309"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bg1"/>
          </a:solidFill>
        </p:spPr>
        <p:txBody>
          <a:bodyPr wrap="none" lIns="324000" tIns="252000" rIns="216000" bIns="180000" anchor="ctr" anchorCtr="0">
            <a:spAutoFit/>
          </a:bodyPr>
          <a:lstStyle>
            <a:lvl1pPr marL="0" indent="0" algn="l">
              <a:lnSpc>
                <a:spcPct val="70000"/>
              </a:lnSpc>
              <a:buNone/>
              <a:defRPr sz="1800" b="1" i="1" cap="all" baseline="0">
                <a:solidFill>
                  <a:schemeClr val="tx1"/>
                </a:solidFill>
                <a:latin typeface="+mn-lt"/>
              </a:defRPr>
            </a:lvl1pPr>
          </a:lstStyle>
          <a:p>
            <a:pPr lvl="0"/>
            <a:r>
              <a:rPr lang="nl-NL" dirty="0"/>
              <a:t>KLIK OM TITEL TE BEWERKEN</a:t>
            </a:r>
          </a:p>
        </p:txBody>
      </p:sp>
      <p:sp>
        <p:nvSpPr>
          <p:cNvPr id="9" name="Tijdelijke aanduiding voor tekst 14">
            <a:extLst>
              <a:ext uri="{FF2B5EF4-FFF2-40B4-BE49-F238E27FC236}">
                <a16:creationId xmlns:a16="http://schemas.microsoft.com/office/drawing/2014/main" id="{62366C54-A15D-CD6A-B98F-1DBE55EB2AAC}"/>
              </a:ext>
            </a:extLst>
          </p:cNvPr>
          <p:cNvSpPr>
            <a:spLocks noGrp="1"/>
          </p:cNvSpPr>
          <p:nvPr>
            <p:ph type="body" sz="quarter" idx="23" hasCustomPrompt="1"/>
          </p:nvPr>
        </p:nvSpPr>
        <p:spPr>
          <a:xfrm>
            <a:off x="5971309" y="1592263"/>
            <a:ext cx="5502558" cy="572022"/>
          </a:xfrm>
        </p:spPr>
        <p:txBody>
          <a:bodyPr/>
          <a:lstStyle>
            <a:lvl1pPr marL="0" indent="0">
              <a:buNone/>
              <a:defRPr sz="3600" b="1" i="1">
                <a:solidFill>
                  <a:schemeClr val="bg1"/>
                </a:solidFill>
                <a:latin typeface="+mn-lt"/>
              </a:defRPr>
            </a:lvl1pPr>
          </a:lstStyle>
          <a:p>
            <a:pPr lvl="0"/>
            <a:r>
              <a:rPr lang="nl-NL" dirty="0"/>
              <a:t>Klik om titel te bewerken</a:t>
            </a:r>
          </a:p>
        </p:txBody>
      </p:sp>
      <p:sp>
        <p:nvSpPr>
          <p:cNvPr id="10" name="Tijdelijke aanduiding voor tekst 6">
            <a:extLst>
              <a:ext uri="{FF2B5EF4-FFF2-40B4-BE49-F238E27FC236}">
                <a16:creationId xmlns:a16="http://schemas.microsoft.com/office/drawing/2014/main" id="{A6F453AA-88BB-7FA7-F012-5CCB4A5D9575}"/>
              </a:ext>
            </a:extLst>
          </p:cNvPr>
          <p:cNvSpPr>
            <a:spLocks noGrp="1"/>
          </p:cNvSpPr>
          <p:nvPr>
            <p:ph type="body" sz="quarter" idx="21" hasCustomPrompt="1"/>
          </p:nvPr>
        </p:nvSpPr>
        <p:spPr>
          <a:xfrm>
            <a:off x="5968718" y="2388870"/>
            <a:ext cx="5502558" cy="3453130"/>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6" name="Tijdelijke aanduiding voor tekst 5">
            <a:extLst>
              <a:ext uri="{FF2B5EF4-FFF2-40B4-BE49-F238E27FC236}">
                <a16:creationId xmlns:a16="http://schemas.microsoft.com/office/drawing/2014/main" id="{2B2DAE4F-7393-E0E5-56DA-B41D31EC98F9}"/>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66853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lide met titelkader en ingevulde avatile image links - rood">
    <p:bg>
      <p:bgPr>
        <a:solidFill>
          <a:schemeClr val="accent1"/>
        </a:solidFill>
        <a:effectLst/>
      </p:bgPr>
    </p:bg>
    <p:spTree>
      <p:nvGrpSpPr>
        <p:cNvPr id="1" name=""/>
        <p:cNvGrpSpPr/>
        <p:nvPr/>
      </p:nvGrpSpPr>
      <p:grpSpPr>
        <a:xfrm>
          <a:off x="0" y="0"/>
          <a:ext cx="0" cy="0"/>
          <a:chOff x="0" y="0"/>
          <a:chExt cx="0" cy="0"/>
        </a:xfrm>
      </p:grpSpPr>
      <p:pic>
        <p:nvPicPr>
          <p:cNvPr id="5" name="Afbeelding 4" descr="Een student met een VR-headset op die een virtuele omgeving aan het verkennen is met naast haar een persoon die haar staand begeleidt en meekijkt op een scherm.">
            <a:extLst>
              <a:ext uri="{FF2B5EF4-FFF2-40B4-BE49-F238E27FC236}">
                <a16:creationId xmlns:a16="http://schemas.microsoft.com/office/drawing/2014/main" id="{9DA8AD3B-AEC5-5B9B-F79C-76EE3A22E3C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5842001" cy="6858000"/>
          </a:xfrm>
          <a:prstGeom prst="rect">
            <a:avLst/>
          </a:prstGeom>
        </p:spPr>
      </p:pic>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431849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titelkader en ingevulde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links - rood</a:t>
            </a:r>
          </a:p>
        </p:txBody>
      </p:sp>
      <p:sp>
        <p:nvSpPr>
          <p:cNvPr id="2" name="Tijdelijke aanduiding voor tekst 9">
            <a:extLst>
              <a:ext uri="{FF2B5EF4-FFF2-40B4-BE49-F238E27FC236}">
                <a16:creationId xmlns:a16="http://schemas.microsoft.com/office/drawing/2014/main" id="{2B7C391E-E9F8-D9E8-5F28-88903B1C0D01}"/>
              </a:ext>
            </a:extLst>
          </p:cNvPr>
          <p:cNvSpPr>
            <a:spLocks noGrp="1"/>
          </p:cNvSpPr>
          <p:nvPr>
            <p:ph type="body" sz="quarter" idx="13" hasCustomPrompt="1"/>
          </p:nvPr>
        </p:nvSpPr>
        <p:spPr>
          <a:xfrm>
            <a:off x="5971309"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bg1"/>
          </a:solidFill>
        </p:spPr>
        <p:txBody>
          <a:bodyPr wrap="none" lIns="324000" tIns="252000" rIns="216000" bIns="180000" anchor="ctr" anchorCtr="0">
            <a:spAutoFit/>
          </a:bodyPr>
          <a:lstStyle>
            <a:lvl1pPr marL="0" indent="0" algn="l">
              <a:lnSpc>
                <a:spcPct val="70000"/>
              </a:lnSpc>
              <a:buNone/>
              <a:defRPr sz="1800" b="1" i="1" cap="all" baseline="0">
                <a:solidFill>
                  <a:schemeClr val="tx1"/>
                </a:solidFill>
                <a:latin typeface="+mn-lt"/>
              </a:defRPr>
            </a:lvl1pPr>
          </a:lstStyle>
          <a:p>
            <a:pPr lvl="0"/>
            <a:r>
              <a:rPr lang="nl-NL" dirty="0"/>
              <a:t>KLIK OM TITEL TE BEWERKEN</a:t>
            </a:r>
          </a:p>
        </p:txBody>
      </p:sp>
      <p:sp>
        <p:nvSpPr>
          <p:cNvPr id="9" name="Tijdelijke aanduiding voor tekst 14">
            <a:extLst>
              <a:ext uri="{FF2B5EF4-FFF2-40B4-BE49-F238E27FC236}">
                <a16:creationId xmlns:a16="http://schemas.microsoft.com/office/drawing/2014/main" id="{62366C54-A15D-CD6A-B98F-1DBE55EB2AAC}"/>
              </a:ext>
            </a:extLst>
          </p:cNvPr>
          <p:cNvSpPr>
            <a:spLocks noGrp="1"/>
          </p:cNvSpPr>
          <p:nvPr>
            <p:ph type="body" sz="quarter" idx="23" hasCustomPrompt="1"/>
          </p:nvPr>
        </p:nvSpPr>
        <p:spPr>
          <a:xfrm>
            <a:off x="5971309" y="1592263"/>
            <a:ext cx="5502558" cy="391886"/>
          </a:xfrm>
        </p:spPr>
        <p:txBody>
          <a:bodyPr/>
          <a:lstStyle>
            <a:lvl1pPr marL="0" indent="0">
              <a:buNone/>
              <a:defRPr sz="3600" b="1" i="1">
                <a:solidFill>
                  <a:schemeClr val="bg1"/>
                </a:solidFill>
                <a:latin typeface="+mn-lt"/>
              </a:defRPr>
            </a:lvl1pPr>
          </a:lstStyle>
          <a:p>
            <a:pPr lvl="0"/>
            <a:r>
              <a:rPr lang="nl-NL" dirty="0"/>
              <a:t>Klik om titel te bewerken</a:t>
            </a:r>
          </a:p>
        </p:txBody>
      </p:sp>
      <p:sp>
        <p:nvSpPr>
          <p:cNvPr id="10" name="Tijdelijke aanduiding voor tekst 6">
            <a:extLst>
              <a:ext uri="{FF2B5EF4-FFF2-40B4-BE49-F238E27FC236}">
                <a16:creationId xmlns:a16="http://schemas.microsoft.com/office/drawing/2014/main" id="{A6F453AA-88BB-7FA7-F012-5CCB4A5D9575}"/>
              </a:ext>
            </a:extLst>
          </p:cNvPr>
          <p:cNvSpPr>
            <a:spLocks noGrp="1"/>
          </p:cNvSpPr>
          <p:nvPr>
            <p:ph type="body" sz="quarter" idx="21" hasCustomPrompt="1"/>
          </p:nvPr>
        </p:nvSpPr>
        <p:spPr>
          <a:xfrm>
            <a:off x="5968718" y="2388870"/>
            <a:ext cx="5502558" cy="3453130"/>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6" name="Tijdelijke aanduiding voor tekst 5">
            <a:extLst>
              <a:ext uri="{FF2B5EF4-FFF2-40B4-BE49-F238E27FC236}">
                <a16:creationId xmlns:a16="http://schemas.microsoft.com/office/drawing/2014/main" id="{7B13A263-9FCD-F309-0DF2-C2D276DF7D75}"/>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3"/>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4213650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lide met tekst en avatile image rechts - wit">
    <p:bg>
      <p:bgPr>
        <a:solidFill>
          <a:schemeClr val="bg1"/>
        </a:solidFill>
        <a:effectLst/>
      </p:bgPr>
    </p:bg>
    <p:spTree>
      <p:nvGrpSpPr>
        <p:cNvPr id="1" name=""/>
        <p:cNvGrpSpPr/>
        <p:nvPr/>
      </p:nvGrpSpPr>
      <p:grpSpPr>
        <a:xfrm>
          <a:off x="0" y="0"/>
          <a:ext cx="0" cy="0"/>
          <a:chOff x="0" y="0"/>
          <a:chExt cx="0" cy="0"/>
        </a:xfrm>
      </p:grpSpPr>
      <p:sp>
        <p:nvSpPr>
          <p:cNvPr id="4" name="Tijdelijke aanduiding voor afbeelding 7">
            <a:extLst>
              <a:ext uri="{FF2B5EF4-FFF2-40B4-BE49-F238E27FC236}">
                <a16:creationId xmlns:a16="http://schemas.microsoft.com/office/drawing/2014/main" id="{54D4539D-23C6-11ED-21AE-6DFCEBB89031}"/>
              </a:ext>
            </a:extLst>
          </p:cNvPr>
          <p:cNvSpPr>
            <a:spLocks noGrp="1"/>
          </p:cNvSpPr>
          <p:nvPr>
            <p:ph type="pic" sz="quarter" idx="23" hasCustomPrompt="1"/>
          </p:nvPr>
        </p:nvSpPr>
        <p:spPr>
          <a:xfrm>
            <a:off x="6395240" y="1"/>
            <a:ext cx="5796760" cy="6858000"/>
          </a:xfrm>
          <a:custGeom>
            <a:avLst/>
            <a:gdLst>
              <a:gd name="connsiteX0" fmla="*/ 2545409 w 11592125"/>
              <a:gd name="connsiteY0" fmla="*/ 0 h 13714350"/>
              <a:gd name="connsiteX1" fmla="*/ 11592125 w 11592125"/>
              <a:gd name="connsiteY1" fmla="*/ 0 h 13714350"/>
              <a:gd name="connsiteX2" fmla="*/ 11592125 w 11592125"/>
              <a:gd name="connsiteY2" fmla="*/ 13714350 h 13714350"/>
              <a:gd name="connsiteX3" fmla="*/ 1208456 w 11592125"/>
              <a:gd name="connsiteY3" fmla="*/ 13714350 h 13714350"/>
              <a:gd name="connsiteX4" fmla="*/ 25005 w 11592125"/>
              <a:gd name="connsiteY4" fmla="*/ 12265698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2125" h="13714350">
                <a:moveTo>
                  <a:pt x="2545409" y="0"/>
                </a:moveTo>
                <a:lnTo>
                  <a:pt x="11592125" y="0"/>
                </a:lnTo>
                <a:lnTo>
                  <a:pt x="11592125" y="13714350"/>
                </a:lnTo>
                <a:lnTo>
                  <a:pt x="1208456" y="13714350"/>
                </a:lnTo>
                <a:cubicBezTo>
                  <a:pt x="444247" y="13714350"/>
                  <a:pt x="-128497" y="13014773"/>
                  <a:pt x="25005" y="12265698"/>
                </a:cubicBezTo>
                <a:close/>
              </a:path>
            </a:pathLst>
          </a:custGeom>
          <a:solidFill>
            <a:schemeClr val="bg1">
              <a:lumMod val="95000"/>
            </a:schemeClr>
          </a:solidFill>
        </p:spPr>
        <p:txBody>
          <a:bodyPr vert="horz" lIns="1044000" tIns="0" rIns="360000" bIns="1260000" rtlCol="0" anchor="ctr" anchorCtr="0">
            <a:noAutofit/>
          </a:bodyPr>
          <a:lstStyle>
            <a:lvl1pPr marL="0" indent="0">
              <a:buNone/>
              <a:defRPr lang="en-GB" sz="1200" i="1" dirty="0">
                <a:solidFill>
                  <a:schemeClr val="bg1">
                    <a:lumMod val="50000"/>
                  </a:schemeClr>
                </a:solidFill>
              </a:defRPr>
            </a:lvl1pPr>
          </a:lstStyle>
          <a:p>
            <a:pPr marL="174625" lvl="0" indent="-174625" algn="ctr">
              <a:lnSpc>
                <a:spcPct val="100000"/>
              </a:lnSpc>
              <a:spcBef>
                <a:spcPts val="0"/>
              </a:spcBef>
              <a:spcAft>
                <a:spcPts val="0"/>
              </a:spcAft>
            </a:pPr>
            <a:r>
              <a:rPr lang="nl-NL" dirty="0"/>
              <a:t>Klik op onderstaand pictogram </a:t>
            </a:r>
            <a:br>
              <a:rPr lang="nl-NL" dirty="0"/>
            </a:br>
            <a:r>
              <a:rPr lang="nl-NL" dirty="0"/>
              <a:t>om een afbeelding in te voegen</a:t>
            </a:r>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3223639"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tekst en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rechts - wit</a:t>
            </a:r>
          </a:p>
        </p:txBody>
      </p:sp>
      <p:sp>
        <p:nvSpPr>
          <p:cNvPr id="6" name="Titel 1">
            <a:extLst>
              <a:ext uri="{FF2B5EF4-FFF2-40B4-BE49-F238E27FC236}">
                <a16:creationId xmlns:a16="http://schemas.microsoft.com/office/drawing/2014/main" id="{172D8FBD-4426-4B8E-F601-499BB9822A59}"/>
              </a:ext>
            </a:extLst>
          </p:cNvPr>
          <p:cNvSpPr>
            <a:spLocks noGrp="1"/>
          </p:cNvSpPr>
          <p:nvPr>
            <p:ph type="ctrTitle" hasCustomPrompt="1"/>
          </p:nvPr>
        </p:nvSpPr>
        <p:spPr>
          <a:xfrm>
            <a:off x="732032" y="1902259"/>
            <a:ext cx="5072449" cy="1526741"/>
          </a:xfrm>
        </p:spPr>
        <p:txBody>
          <a:bodyPr anchor="t"/>
          <a:lstStyle>
            <a:lvl1pPr algn="l">
              <a:lnSpc>
                <a:spcPct val="80000"/>
              </a:lnSpc>
              <a:defRPr sz="4800" b="1" i="1">
                <a:solidFill>
                  <a:schemeClr val="tx1"/>
                </a:solidFill>
              </a:defRPr>
            </a:lvl1pPr>
          </a:lstStyle>
          <a:p>
            <a:r>
              <a:rPr lang="nl-NL" noProof="0" dirty="0"/>
              <a:t>KLIK OM TITEL </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3CC64428-094F-B1AB-A7C8-AE65B33080B5}"/>
              </a:ext>
            </a:extLst>
          </p:cNvPr>
          <p:cNvSpPr>
            <a:spLocks noGrp="1"/>
          </p:cNvSpPr>
          <p:nvPr>
            <p:ph type="body" sz="quarter" idx="21" hasCustomPrompt="1"/>
          </p:nvPr>
        </p:nvSpPr>
        <p:spPr>
          <a:xfrm>
            <a:off x="732032" y="3513698"/>
            <a:ext cx="5072449" cy="2328302"/>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5" name="Tijdelijke aanduiding voor tekst 4">
            <a:extLst>
              <a:ext uri="{FF2B5EF4-FFF2-40B4-BE49-F238E27FC236}">
                <a16:creationId xmlns:a16="http://schemas.microsoft.com/office/drawing/2014/main" id="{6FCE1324-91B5-2ED0-CB85-9A105461D7C0}"/>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7" name="Tijdelijke aanduiding voor tekst 6">
            <a:extLst>
              <a:ext uri="{FF2B5EF4-FFF2-40B4-BE49-F238E27FC236}">
                <a16:creationId xmlns:a16="http://schemas.microsoft.com/office/drawing/2014/main" id="{9BE9D8E3-E46C-0C2B-DD35-D9814BB12B2F}"/>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453265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lide met tekst en ingevulde avatile image rechts - wit">
    <p:bg>
      <p:bgPr>
        <a:solidFill>
          <a:schemeClr val="bg1"/>
        </a:solidFill>
        <a:effectLst/>
      </p:bgPr>
    </p:bg>
    <p:spTree>
      <p:nvGrpSpPr>
        <p:cNvPr id="1" name=""/>
        <p:cNvGrpSpPr/>
        <p:nvPr/>
      </p:nvGrpSpPr>
      <p:grpSpPr>
        <a:xfrm>
          <a:off x="0" y="0"/>
          <a:ext cx="0" cy="0"/>
          <a:chOff x="0" y="0"/>
          <a:chExt cx="0" cy="0"/>
        </a:xfrm>
      </p:grpSpPr>
      <p:pic>
        <p:nvPicPr>
          <p:cNvPr id="2" name="Afbeelding 1" descr="Een man en een vrouw die naast elkaar staan in een kleine ruimte, de man praat met een ander persoon buiten de foto en de vrouw kijkt lachend over haar schouder richting de kijker.">
            <a:extLst>
              <a:ext uri="{FF2B5EF4-FFF2-40B4-BE49-F238E27FC236}">
                <a16:creationId xmlns:a16="http://schemas.microsoft.com/office/drawing/2014/main" id="{F5D69116-9151-3B2B-7FF3-79A4FAA37D5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49999" y="0"/>
            <a:ext cx="5842001" cy="6858000"/>
          </a:xfrm>
          <a:prstGeom prst="rect">
            <a:avLst/>
          </a:prstGeom>
        </p:spPr>
      </p:pic>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3986669"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tekst en ingevulde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rechts - wit</a:t>
            </a:r>
          </a:p>
        </p:txBody>
      </p:sp>
      <p:sp>
        <p:nvSpPr>
          <p:cNvPr id="6" name="Titel 1">
            <a:extLst>
              <a:ext uri="{FF2B5EF4-FFF2-40B4-BE49-F238E27FC236}">
                <a16:creationId xmlns:a16="http://schemas.microsoft.com/office/drawing/2014/main" id="{172D8FBD-4426-4B8E-F601-499BB9822A59}"/>
              </a:ext>
            </a:extLst>
          </p:cNvPr>
          <p:cNvSpPr>
            <a:spLocks noGrp="1"/>
          </p:cNvSpPr>
          <p:nvPr>
            <p:ph type="ctrTitle" hasCustomPrompt="1"/>
          </p:nvPr>
        </p:nvSpPr>
        <p:spPr>
          <a:xfrm>
            <a:off x="732032" y="1902259"/>
            <a:ext cx="5072449" cy="1526741"/>
          </a:xfrm>
        </p:spPr>
        <p:txBody>
          <a:bodyPr anchor="t"/>
          <a:lstStyle>
            <a:lvl1pPr algn="l">
              <a:lnSpc>
                <a:spcPct val="80000"/>
              </a:lnSpc>
              <a:defRPr sz="4800" b="1" i="1">
                <a:solidFill>
                  <a:schemeClr val="tx1"/>
                </a:solidFill>
              </a:defRPr>
            </a:lvl1pPr>
          </a:lstStyle>
          <a:p>
            <a:r>
              <a:rPr lang="nl-NL" noProof="0" dirty="0"/>
              <a:t>KLIK OM TITEL </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3CC64428-094F-B1AB-A7C8-AE65B33080B5}"/>
              </a:ext>
            </a:extLst>
          </p:cNvPr>
          <p:cNvSpPr>
            <a:spLocks noGrp="1"/>
          </p:cNvSpPr>
          <p:nvPr>
            <p:ph type="body" sz="quarter" idx="21" hasCustomPrompt="1"/>
          </p:nvPr>
        </p:nvSpPr>
        <p:spPr>
          <a:xfrm>
            <a:off x="732032" y="3513698"/>
            <a:ext cx="5072449" cy="2328302"/>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4" name="Tijdelijke aanduiding voor tekst 3">
            <a:extLst>
              <a:ext uri="{FF2B5EF4-FFF2-40B4-BE49-F238E27FC236}">
                <a16:creationId xmlns:a16="http://schemas.microsoft.com/office/drawing/2014/main" id="{E226E55E-A1AD-27AD-4B9B-1CE3D848DEA5}"/>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7" name="Tijdelijke aanduiding voor tekst 6">
            <a:extLst>
              <a:ext uri="{FF2B5EF4-FFF2-40B4-BE49-F238E27FC236}">
                <a16:creationId xmlns:a16="http://schemas.microsoft.com/office/drawing/2014/main" id="{1808E4B6-7E19-CDCB-7597-0A6E5FA0BE39}"/>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3"/>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88379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lide met tekst en avatile image rechts - rood">
    <p:bg>
      <p:bgPr>
        <a:solidFill>
          <a:schemeClr val="accent1"/>
        </a:solidFill>
        <a:effectLst/>
      </p:bgPr>
    </p:bg>
    <p:spTree>
      <p:nvGrpSpPr>
        <p:cNvPr id="1" name=""/>
        <p:cNvGrpSpPr/>
        <p:nvPr/>
      </p:nvGrpSpPr>
      <p:grpSpPr>
        <a:xfrm>
          <a:off x="0" y="0"/>
          <a:ext cx="0" cy="0"/>
          <a:chOff x="0" y="0"/>
          <a:chExt cx="0" cy="0"/>
        </a:xfrm>
      </p:grpSpPr>
      <p:sp>
        <p:nvSpPr>
          <p:cNvPr id="4" name="Tijdelijke aanduiding voor afbeelding 7">
            <a:extLst>
              <a:ext uri="{FF2B5EF4-FFF2-40B4-BE49-F238E27FC236}">
                <a16:creationId xmlns:a16="http://schemas.microsoft.com/office/drawing/2014/main" id="{54D4539D-23C6-11ED-21AE-6DFCEBB89031}"/>
              </a:ext>
            </a:extLst>
          </p:cNvPr>
          <p:cNvSpPr>
            <a:spLocks noGrp="1"/>
          </p:cNvSpPr>
          <p:nvPr>
            <p:ph type="pic" sz="quarter" idx="23" hasCustomPrompt="1"/>
          </p:nvPr>
        </p:nvSpPr>
        <p:spPr>
          <a:xfrm>
            <a:off x="6395240" y="1"/>
            <a:ext cx="5796760" cy="6858000"/>
          </a:xfrm>
          <a:custGeom>
            <a:avLst/>
            <a:gdLst>
              <a:gd name="connsiteX0" fmla="*/ 2545409 w 11592125"/>
              <a:gd name="connsiteY0" fmla="*/ 0 h 13714350"/>
              <a:gd name="connsiteX1" fmla="*/ 11592125 w 11592125"/>
              <a:gd name="connsiteY1" fmla="*/ 0 h 13714350"/>
              <a:gd name="connsiteX2" fmla="*/ 11592125 w 11592125"/>
              <a:gd name="connsiteY2" fmla="*/ 13714350 h 13714350"/>
              <a:gd name="connsiteX3" fmla="*/ 1208456 w 11592125"/>
              <a:gd name="connsiteY3" fmla="*/ 13714350 h 13714350"/>
              <a:gd name="connsiteX4" fmla="*/ 25005 w 11592125"/>
              <a:gd name="connsiteY4" fmla="*/ 12265698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2125" h="13714350">
                <a:moveTo>
                  <a:pt x="2545409" y="0"/>
                </a:moveTo>
                <a:lnTo>
                  <a:pt x="11592125" y="0"/>
                </a:lnTo>
                <a:lnTo>
                  <a:pt x="11592125" y="13714350"/>
                </a:lnTo>
                <a:lnTo>
                  <a:pt x="1208456" y="13714350"/>
                </a:lnTo>
                <a:cubicBezTo>
                  <a:pt x="444247" y="13714350"/>
                  <a:pt x="-128497" y="13014773"/>
                  <a:pt x="25005" y="12265698"/>
                </a:cubicBezTo>
                <a:close/>
              </a:path>
            </a:pathLst>
          </a:custGeom>
          <a:solidFill>
            <a:schemeClr val="bg1">
              <a:lumMod val="95000"/>
            </a:schemeClr>
          </a:solidFill>
        </p:spPr>
        <p:txBody>
          <a:bodyPr vert="horz" lIns="1044000" tIns="0" rIns="360000" bIns="1260000" rtlCol="0" anchor="ctr" anchorCtr="0">
            <a:noAutofit/>
          </a:bodyPr>
          <a:lstStyle>
            <a:lvl1pPr marL="0" indent="0">
              <a:buNone/>
              <a:defRPr lang="en-GB" sz="1200" i="1" dirty="0">
                <a:solidFill>
                  <a:schemeClr val="bg1">
                    <a:lumMod val="50000"/>
                  </a:schemeClr>
                </a:solidFill>
              </a:defRPr>
            </a:lvl1pPr>
          </a:lstStyle>
          <a:p>
            <a:pPr marL="174625" lvl="0" indent="-174625" algn="ctr">
              <a:lnSpc>
                <a:spcPct val="100000"/>
              </a:lnSpc>
              <a:spcBef>
                <a:spcPts val="0"/>
              </a:spcBef>
              <a:spcAft>
                <a:spcPts val="0"/>
              </a:spcAft>
            </a:pPr>
            <a:r>
              <a:rPr lang="nl-NL" dirty="0"/>
              <a:t>Klik op onderstaand pictogram </a:t>
            </a:r>
            <a:br>
              <a:rPr lang="nl-NL" dirty="0"/>
            </a:br>
            <a:r>
              <a:rPr lang="nl-NL" dirty="0"/>
              <a:t>om een afbeelding in te voegen</a:t>
            </a:r>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3353482"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tekst en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rechts - rood</a:t>
            </a:r>
          </a:p>
        </p:txBody>
      </p:sp>
      <p:sp>
        <p:nvSpPr>
          <p:cNvPr id="6" name="Titel 1">
            <a:extLst>
              <a:ext uri="{FF2B5EF4-FFF2-40B4-BE49-F238E27FC236}">
                <a16:creationId xmlns:a16="http://schemas.microsoft.com/office/drawing/2014/main" id="{172D8FBD-4426-4B8E-F601-499BB9822A59}"/>
              </a:ext>
            </a:extLst>
          </p:cNvPr>
          <p:cNvSpPr>
            <a:spLocks noGrp="1"/>
          </p:cNvSpPr>
          <p:nvPr>
            <p:ph type="ctrTitle" hasCustomPrompt="1"/>
          </p:nvPr>
        </p:nvSpPr>
        <p:spPr>
          <a:xfrm>
            <a:off x="732032" y="1902259"/>
            <a:ext cx="5072449" cy="1526741"/>
          </a:xfrm>
        </p:spPr>
        <p:txBody>
          <a:bodyPr anchor="t"/>
          <a:lstStyle>
            <a:lvl1pPr algn="l">
              <a:lnSpc>
                <a:spcPct val="80000"/>
              </a:lnSpc>
              <a:defRPr sz="4800" b="1" i="1">
                <a:solidFill>
                  <a:schemeClr val="bg1"/>
                </a:solidFill>
              </a:defRPr>
            </a:lvl1pPr>
          </a:lstStyle>
          <a:p>
            <a:r>
              <a:rPr lang="nl-NL" noProof="0" dirty="0"/>
              <a:t>KLIK OM TITEL </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3CC64428-094F-B1AB-A7C8-AE65B33080B5}"/>
              </a:ext>
            </a:extLst>
          </p:cNvPr>
          <p:cNvSpPr>
            <a:spLocks noGrp="1"/>
          </p:cNvSpPr>
          <p:nvPr>
            <p:ph type="body" sz="quarter" idx="21" hasCustomPrompt="1"/>
          </p:nvPr>
        </p:nvSpPr>
        <p:spPr>
          <a:xfrm>
            <a:off x="732032" y="3513698"/>
            <a:ext cx="5072449" cy="2328302"/>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5" name="Tijdelijke aanduiding voor tekst 4">
            <a:extLst>
              <a:ext uri="{FF2B5EF4-FFF2-40B4-BE49-F238E27FC236}">
                <a16:creationId xmlns:a16="http://schemas.microsoft.com/office/drawing/2014/main" id="{807CD5AE-B722-594B-F74C-14710AADB062}"/>
              </a:ext>
            </a:extLst>
          </p:cNvPr>
          <p:cNvSpPr>
            <a:spLocks noGrp="1"/>
          </p:cNvSpPr>
          <p:nvPr>
            <p:ph type="body" sz="quarter" idx="24"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7" name="Tijdelijke aanduiding voor tekst 6">
            <a:extLst>
              <a:ext uri="{FF2B5EF4-FFF2-40B4-BE49-F238E27FC236}">
                <a16:creationId xmlns:a16="http://schemas.microsoft.com/office/drawing/2014/main" id="{8B5505FC-17C1-76E4-B816-1D1C234A8016}"/>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1039530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lide met titelkader en avatile image rechts - wit">
    <p:bg>
      <p:bgPr>
        <a:solidFill>
          <a:schemeClr val="bg1"/>
        </a:solidFill>
        <a:effectLst/>
      </p:bgPr>
    </p:bg>
    <p:spTree>
      <p:nvGrpSpPr>
        <p:cNvPr id="1" name=""/>
        <p:cNvGrpSpPr/>
        <p:nvPr/>
      </p:nvGrpSpPr>
      <p:grpSpPr>
        <a:xfrm>
          <a:off x="0" y="0"/>
          <a:ext cx="0" cy="0"/>
          <a:chOff x="0" y="0"/>
          <a:chExt cx="0" cy="0"/>
        </a:xfrm>
      </p:grpSpPr>
      <p:sp>
        <p:nvSpPr>
          <p:cNvPr id="4" name="Tijdelijke aanduiding voor afbeelding 7">
            <a:extLst>
              <a:ext uri="{FF2B5EF4-FFF2-40B4-BE49-F238E27FC236}">
                <a16:creationId xmlns:a16="http://schemas.microsoft.com/office/drawing/2014/main" id="{54D4539D-23C6-11ED-21AE-6DFCEBB89031}"/>
              </a:ext>
            </a:extLst>
          </p:cNvPr>
          <p:cNvSpPr>
            <a:spLocks noGrp="1"/>
          </p:cNvSpPr>
          <p:nvPr>
            <p:ph type="pic" sz="quarter" idx="23" hasCustomPrompt="1"/>
          </p:nvPr>
        </p:nvSpPr>
        <p:spPr>
          <a:xfrm>
            <a:off x="6395240" y="1"/>
            <a:ext cx="5796760" cy="6858000"/>
          </a:xfrm>
          <a:custGeom>
            <a:avLst/>
            <a:gdLst>
              <a:gd name="connsiteX0" fmla="*/ 2545409 w 11592125"/>
              <a:gd name="connsiteY0" fmla="*/ 0 h 13714350"/>
              <a:gd name="connsiteX1" fmla="*/ 11592125 w 11592125"/>
              <a:gd name="connsiteY1" fmla="*/ 0 h 13714350"/>
              <a:gd name="connsiteX2" fmla="*/ 11592125 w 11592125"/>
              <a:gd name="connsiteY2" fmla="*/ 13714350 h 13714350"/>
              <a:gd name="connsiteX3" fmla="*/ 1208456 w 11592125"/>
              <a:gd name="connsiteY3" fmla="*/ 13714350 h 13714350"/>
              <a:gd name="connsiteX4" fmla="*/ 25005 w 11592125"/>
              <a:gd name="connsiteY4" fmla="*/ 12265698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2125" h="13714350">
                <a:moveTo>
                  <a:pt x="2545409" y="0"/>
                </a:moveTo>
                <a:lnTo>
                  <a:pt x="11592125" y="0"/>
                </a:lnTo>
                <a:lnTo>
                  <a:pt x="11592125" y="13714350"/>
                </a:lnTo>
                <a:lnTo>
                  <a:pt x="1208456" y="13714350"/>
                </a:lnTo>
                <a:cubicBezTo>
                  <a:pt x="444247" y="13714350"/>
                  <a:pt x="-128497" y="13014773"/>
                  <a:pt x="25005" y="12265698"/>
                </a:cubicBezTo>
                <a:close/>
              </a:path>
            </a:pathLst>
          </a:custGeom>
          <a:solidFill>
            <a:schemeClr val="bg1">
              <a:lumMod val="95000"/>
            </a:schemeClr>
          </a:solidFill>
        </p:spPr>
        <p:txBody>
          <a:bodyPr vert="horz" lIns="1044000" tIns="0" rIns="360000" bIns="1260000" rtlCol="0" anchor="ctr" anchorCtr="0">
            <a:noAutofit/>
          </a:bodyPr>
          <a:lstStyle>
            <a:lvl1pPr marL="0" indent="0">
              <a:buNone/>
              <a:defRPr lang="en-GB" sz="1200" i="1" dirty="0">
                <a:solidFill>
                  <a:schemeClr val="bg1">
                    <a:lumMod val="50000"/>
                  </a:schemeClr>
                </a:solidFill>
              </a:defRPr>
            </a:lvl1pPr>
          </a:lstStyle>
          <a:p>
            <a:pPr marL="174625" lvl="0" indent="-174625" algn="ctr">
              <a:lnSpc>
                <a:spcPct val="100000"/>
              </a:lnSpc>
              <a:spcBef>
                <a:spcPts val="0"/>
              </a:spcBef>
              <a:spcAft>
                <a:spcPts val="0"/>
              </a:spcAft>
            </a:pPr>
            <a:r>
              <a:rPr lang="nl-NL" dirty="0"/>
              <a:t>Klik op onderstaand pictogram </a:t>
            </a:r>
            <a:br>
              <a:rPr lang="nl-NL" dirty="0"/>
            </a:br>
            <a:r>
              <a:rPr lang="nl-NL" dirty="0"/>
              <a:t>om een afbeelding in te voegen</a:t>
            </a:r>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354744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titelkader en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rechts - wit</a:t>
            </a:r>
          </a:p>
        </p:txBody>
      </p:sp>
      <p:sp>
        <p:nvSpPr>
          <p:cNvPr id="2" name="Tijdelijke aanduiding voor tekst 9">
            <a:extLst>
              <a:ext uri="{FF2B5EF4-FFF2-40B4-BE49-F238E27FC236}">
                <a16:creationId xmlns:a16="http://schemas.microsoft.com/office/drawing/2014/main" id="{87E1DA7B-478A-E9C1-2FC5-5D2B55A4B5A6}"/>
              </a:ext>
            </a:extLst>
          </p:cNvPr>
          <p:cNvSpPr>
            <a:spLocks noGrp="1"/>
          </p:cNvSpPr>
          <p:nvPr>
            <p:ph type="body" sz="quarter" idx="13" hasCustomPrompt="1"/>
          </p:nvPr>
        </p:nvSpPr>
        <p:spPr>
          <a:xfrm>
            <a:off x="732033"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accent1"/>
          </a:solidFill>
        </p:spPr>
        <p:txBody>
          <a:bodyPr wrap="none" lIns="324000" tIns="252000" rIns="216000" bIns="180000" anchor="ctr" anchorCtr="0">
            <a:spAutoFit/>
          </a:bodyPr>
          <a:lstStyle>
            <a:lvl1pPr marL="0" indent="0" algn="l">
              <a:lnSpc>
                <a:spcPct val="70000"/>
              </a:lnSpc>
              <a:buNone/>
              <a:defRPr sz="1800" b="1" i="1" cap="all" baseline="0">
                <a:solidFill>
                  <a:schemeClr val="bg1"/>
                </a:solidFill>
                <a:latin typeface="+mn-lt"/>
              </a:defRPr>
            </a:lvl1pPr>
          </a:lstStyle>
          <a:p>
            <a:pPr lvl="0"/>
            <a:r>
              <a:rPr lang="nl-NL" dirty="0"/>
              <a:t>KLIK OM TITEL TE BEWERKEN</a:t>
            </a:r>
          </a:p>
        </p:txBody>
      </p:sp>
      <p:sp>
        <p:nvSpPr>
          <p:cNvPr id="5" name="Tijdelijke aanduiding voor tekst 14">
            <a:extLst>
              <a:ext uri="{FF2B5EF4-FFF2-40B4-BE49-F238E27FC236}">
                <a16:creationId xmlns:a16="http://schemas.microsoft.com/office/drawing/2014/main" id="{BEF45613-C85D-67B7-846A-C3F4A5A059EE}"/>
              </a:ext>
            </a:extLst>
          </p:cNvPr>
          <p:cNvSpPr>
            <a:spLocks noGrp="1"/>
          </p:cNvSpPr>
          <p:nvPr>
            <p:ph type="body" sz="quarter" idx="24" hasCustomPrompt="1"/>
          </p:nvPr>
        </p:nvSpPr>
        <p:spPr>
          <a:xfrm>
            <a:off x="719138" y="1592262"/>
            <a:ext cx="5533744" cy="536505"/>
          </a:xfrm>
        </p:spPr>
        <p:txBody>
          <a:bodyPr/>
          <a:lstStyle>
            <a:lvl1pPr marL="0" indent="0">
              <a:buNone/>
              <a:defRPr sz="3600" b="1" i="1">
                <a:solidFill>
                  <a:schemeClr val="tx1"/>
                </a:solidFill>
                <a:latin typeface="+mn-lt"/>
              </a:defRPr>
            </a:lvl1pPr>
          </a:lstStyle>
          <a:p>
            <a:pPr lvl="0"/>
            <a:r>
              <a:rPr lang="nl-NL" dirty="0"/>
              <a:t>Klik om titel te bewerken</a:t>
            </a:r>
          </a:p>
        </p:txBody>
      </p:sp>
      <p:sp>
        <p:nvSpPr>
          <p:cNvPr id="9" name="Tijdelijke aanduiding voor tekst 6">
            <a:extLst>
              <a:ext uri="{FF2B5EF4-FFF2-40B4-BE49-F238E27FC236}">
                <a16:creationId xmlns:a16="http://schemas.microsoft.com/office/drawing/2014/main" id="{D8D6CD65-920D-ECFE-2795-3053D7A93B70}"/>
              </a:ext>
            </a:extLst>
          </p:cNvPr>
          <p:cNvSpPr>
            <a:spLocks noGrp="1"/>
          </p:cNvSpPr>
          <p:nvPr>
            <p:ph type="body" sz="quarter" idx="21" hasCustomPrompt="1"/>
          </p:nvPr>
        </p:nvSpPr>
        <p:spPr>
          <a:xfrm>
            <a:off x="732032" y="2388870"/>
            <a:ext cx="5520850" cy="3453130"/>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7" name="Tijdelijke aanduiding voor tekst 6">
            <a:extLst>
              <a:ext uri="{FF2B5EF4-FFF2-40B4-BE49-F238E27FC236}">
                <a16:creationId xmlns:a16="http://schemas.microsoft.com/office/drawing/2014/main" id="{87B64346-4AAB-7965-5D13-35C4FD854B9B}"/>
              </a:ext>
            </a:extLst>
          </p:cNvPr>
          <p:cNvSpPr>
            <a:spLocks noGrp="1"/>
          </p:cNvSpPr>
          <p:nvPr>
            <p:ph type="body" sz="quarter" idx="25"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0" name="Tijdelijke aanduiding voor tekst 9">
            <a:extLst>
              <a:ext uri="{FF2B5EF4-FFF2-40B4-BE49-F238E27FC236}">
                <a16:creationId xmlns:a16="http://schemas.microsoft.com/office/drawing/2014/main" id="{9B0214FE-E94C-9FB9-6301-565EE7B3059D}"/>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71004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lide met titelkader en ingevulde avatile image rechts - wit">
    <p:bg>
      <p:bgPr>
        <a:solidFill>
          <a:schemeClr val="bg1"/>
        </a:solidFill>
        <a:effectLst/>
      </p:bgPr>
    </p:bg>
    <p:spTree>
      <p:nvGrpSpPr>
        <p:cNvPr id="1" name=""/>
        <p:cNvGrpSpPr/>
        <p:nvPr/>
      </p:nvGrpSpPr>
      <p:grpSpPr>
        <a:xfrm>
          <a:off x="0" y="0"/>
          <a:ext cx="0" cy="0"/>
          <a:chOff x="0" y="0"/>
          <a:chExt cx="0" cy="0"/>
        </a:xfrm>
      </p:grpSpPr>
      <p:pic>
        <p:nvPicPr>
          <p:cNvPr id="6" name="Tijdelijke aanduiding voor afbeelding 10" descr="Een man en vrouw lopen door de gang van een Avans campus, de man draagt een laptop bij zich en de vrouw houdt een fles en telefoon vast. Verder op de achtergrond lopen ook studenten.">
            <a:extLst>
              <a:ext uri="{FF2B5EF4-FFF2-40B4-BE49-F238E27FC236}">
                <a16:creationId xmlns:a16="http://schemas.microsoft.com/office/drawing/2014/main" id="{5AA85126-F652-6F92-D318-BAD0F96DEDE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396635" y="1650"/>
            <a:ext cx="5795365" cy="6856350"/>
          </a:xfrm>
          <a:custGeom>
            <a:avLst/>
            <a:gdLst>
              <a:gd name="connsiteX0" fmla="*/ 2545409 w 11592125"/>
              <a:gd name="connsiteY0" fmla="*/ 0 h 13714350"/>
              <a:gd name="connsiteX1" fmla="*/ 11592125 w 11592125"/>
              <a:gd name="connsiteY1" fmla="*/ 0 h 13714350"/>
              <a:gd name="connsiteX2" fmla="*/ 11592125 w 11592125"/>
              <a:gd name="connsiteY2" fmla="*/ 13714350 h 13714350"/>
              <a:gd name="connsiteX3" fmla="*/ 1208456 w 11592125"/>
              <a:gd name="connsiteY3" fmla="*/ 13714350 h 13714350"/>
              <a:gd name="connsiteX4" fmla="*/ 25005 w 11592125"/>
              <a:gd name="connsiteY4" fmla="*/ 12265698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2125" h="13714350">
                <a:moveTo>
                  <a:pt x="2545409" y="0"/>
                </a:moveTo>
                <a:lnTo>
                  <a:pt x="11592125" y="0"/>
                </a:lnTo>
                <a:lnTo>
                  <a:pt x="11592125" y="13714350"/>
                </a:lnTo>
                <a:lnTo>
                  <a:pt x="1208456" y="13714350"/>
                </a:lnTo>
                <a:cubicBezTo>
                  <a:pt x="444247" y="13714350"/>
                  <a:pt x="-128497" y="13014773"/>
                  <a:pt x="25005" y="12265698"/>
                </a:cubicBezTo>
                <a:close/>
              </a:path>
            </a:pathLst>
          </a:custGeom>
        </p:spPr>
      </p:pic>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4310475"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titelkader en ingevulde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rechts - wit</a:t>
            </a:r>
          </a:p>
        </p:txBody>
      </p:sp>
      <p:sp>
        <p:nvSpPr>
          <p:cNvPr id="2" name="Tijdelijke aanduiding voor tekst 9">
            <a:extLst>
              <a:ext uri="{FF2B5EF4-FFF2-40B4-BE49-F238E27FC236}">
                <a16:creationId xmlns:a16="http://schemas.microsoft.com/office/drawing/2014/main" id="{87E1DA7B-478A-E9C1-2FC5-5D2B55A4B5A6}"/>
              </a:ext>
            </a:extLst>
          </p:cNvPr>
          <p:cNvSpPr>
            <a:spLocks noGrp="1"/>
          </p:cNvSpPr>
          <p:nvPr>
            <p:ph type="body" sz="quarter" idx="13" hasCustomPrompt="1"/>
          </p:nvPr>
        </p:nvSpPr>
        <p:spPr>
          <a:xfrm>
            <a:off x="732033"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accent1"/>
          </a:solidFill>
        </p:spPr>
        <p:txBody>
          <a:bodyPr wrap="none" lIns="324000" tIns="252000" rIns="216000" bIns="180000" anchor="ctr" anchorCtr="0">
            <a:spAutoFit/>
          </a:bodyPr>
          <a:lstStyle>
            <a:lvl1pPr marL="0" indent="0" algn="l">
              <a:lnSpc>
                <a:spcPct val="70000"/>
              </a:lnSpc>
              <a:buNone/>
              <a:defRPr sz="1800" b="1" i="1" cap="all" baseline="0">
                <a:solidFill>
                  <a:schemeClr val="bg1"/>
                </a:solidFill>
                <a:latin typeface="+mn-lt"/>
              </a:defRPr>
            </a:lvl1pPr>
          </a:lstStyle>
          <a:p>
            <a:pPr lvl="0"/>
            <a:r>
              <a:rPr lang="nl-NL" dirty="0"/>
              <a:t>KLIK OM TITEL TE BEWERKEN</a:t>
            </a:r>
          </a:p>
        </p:txBody>
      </p:sp>
      <p:sp>
        <p:nvSpPr>
          <p:cNvPr id="5" name="Tijdelijke aanduiding voor tekst 14">
            <a:extLst>
              <a:ext uri="{FF2B5EF4-FFF2-40B4-BE49-F238E27FC236}">
                <a16:creationId xmlns:a16="http://schemas.microsoft.com/office/drawing/2014/main" id="{BEF45613-C85D-67B7-846A-C3F4A5A059EE}"/>
              </a:ext>
            </a:extLst>
          </p:cNvPr>
          <p:cNvSpPr>
            <a:spLocks noGrp="1"/>
          </p:cNvSpPr>
          <p:nvPr>
            <p:ph type="body" sz="quarter" idx="24" hasCustomPrompt="1"/>
          </p:nvPr>
        </p:nvSpPr>
        <p:spPr>
          <a:xfrm>
            <a:off x="719137" y="1592262"/>
            <a:ext cx="5573325" cy="536505"/>
          </a:xfrm>
        </p:spPr>
        <p:txBody>
          <a:bodyPr/>
          <a:lstStyle>
            <a:lvl1pPr marL="0" indent="0">
              <a:buNone/>
              <a:defRPr sz="3600" b="1" i="1">
                <a:solidFill>
                  <a:schemeClr val="tx1"/>
                </a:solidFill>
                <a:latin typeface="+mn-lt"/>
              </a:defRPr>
            </a:lvl1pPr>
          </a:lstStyle>
          <a:p>
            <a:pPr lvl="0"/>
            <a:r>
              <a:rPr lang="nl-NL" dirty="0"/>
              <a:t>Klik om titel te bewerken</a:t>
            </a:r>
          </a:p>
        </p:txBody>
      </p:sp>
      <p:sp>
        <p:nvSpPr>
          <p:cNvPr id="9" name="Tijdelijke aanduiding voor tekst 6">
            <a:extLst>
              <a:ext uri="{FF2B5EF4-FFF2-40B4-BE49-F238E27FC236}">
                <a16:creationId xmlns:a16="http://schemas.microsoft.com/office/drawing/2014/main" id="{D8D6CD65-920D-ECFE-2795-3053D7A93B70}"/>
              </a:ext>
            </a:extLst>
          </p:cNvPr>
          <p:cNvSpPr>
            <a:spLocks noGrp="1"/>
          </p:cNvSpPr>
          <p:nvPr>
            <p:ph type="body" sz="quarter" idx="21" hasCustomPrompt="1"/>
          </p:nvPr>
        </p:nvSpPr>
        <p:spPr>
          <a:xfrm>
            <a:off x="732032" y="2388870"/>
            <a:ext cx="5520850" cy="3453130"/>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7" name="Tijdelijke aanduiding voor tekst 6">
            <a:extLst>
              <a:ext uri="{FF2B5EF4-FFF2-40B4-BE49-F238E27FC236}">
                <a16:creationId xmlns:a16="http://schemas.microsoft.com/office/drawing/2014/main" id="{7D903B06-D117-5459-D387-EF5DC16F127B}"/>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0" name="Tijdelijke aanduiding voor tekst 9">
            <a:extLst>
              <a:ext uri="{FF2B5EF4-FFF2-40B4-BE49-F238E27FC236}">
                <a16:creationId xmlns:a16="http://schemas.microsoft.com/office/drawing/2014/main" id="{10F5A645-D35E-1978-7CBE-6FE8EF9D7F41}"/>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3"/>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734215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lide met titelkader en avatile image rechts - rood">
    <p:bg>
      <p:bgPr>
        <a:solidFill>
          <a:schemeClr val="accent1"/>
        </a:solidFill>
        <a:effectLst/>
      </p:bgPr>
    </p:bg>
    <p:spTree>
      <p:nvGrpSpPr>
        <p:cNvPr id="1" name=""/>
        <p:cNvGrpSpPr/>
        <p:nvPr/>
      </p:nvGrpSpPr>
      <p:grpSpPr>
        <a:xfrm>
          <a:off x="0" y="0"/>
          <a:ext cx="0" cy="0"/>
          <a:chOff x="0" y="0"/>
          <a:chExt cx="0" cy="0"/>
        </a:xfrm>
      </p:grpSpPr>
      <p:sp>
        <p:nvSpPr>
          <p:cNvPr id="4" name="Tijdelijke aanduiding voor afbeelding 7">
            <a:extLst>
              <a:ext uri="{FF2B5EF4-FFF2-40B4-BE49-F238E27FC236}">
                <a16:creationId xmlns:a16="http://schemas.microsoft.com/office/drawing/2014/main" id="{54D4539D-23C6-11ED-21AE-6DFCEBB89031}"/>
              </a:ext>
            </a:extLst>
          </p:cNvPr>
          <p:cNvSpPr>
            <a:spLocks noGrp="1"/>
          </p:cNvSpPr>
          <p:nvPr>
            <p:ph type="pic" sz="quarter" idx="23" hasCustomPrompt="1"/>
          </p:nvPr>
        </p:nvSpPr>
        <p:spPr>
          <a:xfrm>
            <a:off x="6395240" y="1"/>
            <a:ext cx="5796760" cy="6858000"/>
          </a:xfrm>
          <a:custGeom>
            <a:avLst/>
            <a:gdLst>
              <a:gd name="connsiteX0" fmla="*/ 2545409 w 11592125"/>
              <a:gd name="connsiteY0" fmla="*/ 0 h 13714350"/>
              <a:gd name="connsiteX1" fmla="*/ 11592125 w 11592125"/>
              <a:gd name="connsiteY1" fmla="*/ 0 h 13714350"/>
              <a:gd name="connsiteX2" fmla="*/ 11592125 w 11592125"/>
              <a:gd name="connsiteY2" fmla="*/ 13714350 h 13714350"/>
              <a:gd name="connsiteX3" fmla="*/ 1208456 w 11592125"/>
              <a:gd name="connsiteY3" fmla="*/ 13714350 h 13714350"/>
              <a:gd name="connsiteX4" fmla="*/ 25005 w 11592125"/>
              <a:gd name="connsiteY4" fmla="*/ 12265698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92125" h="13714350">
                <a:moveTo>
                  <a:pt x="2545409" y="0"/>
                </a:moveTo>
                <a:lnTo>
                  <a:pt x="11592125" y="0"/>
                </a:lnTo>
                <a:lnTo>
                  <a:pt x="11592125" y="13714350"/>
                </a:lnTo>
                <a:lnTo>
                  <a:pt x="1208456" y="13714350"/>
                </a:lnTo>
                <a:cubicBezTo>
                  <a:pt x="444247" y="13714350"/>
                  <a:pt x="-128497" y="13014773"/>
                  <a:pt x="25005" y="12265698"/>
                </a:cubicBezTo>
                <a:close/>
              </a:path>
            </a:pathLst>
          </a:custGeom>
          <a:solidFill>
            <a:schemeClr val="bg1">
              <a:lumMod val="95000"/>
            </a:schemeClr>
          </a:solidFill>
        </p:spPr>
        <p:txBody>
          <a:bodyPr vert="horz" lIns="1044000" tIns="0" rIns="360000" bIns="1260000" rtlCol="0" anchor="ctr" anchorCtr="0">
            <a:noAutofit/>
          </a:bodyPr>
          <a:lstStyle>
            <a:lvl1pPr marL="0" indent="0">
              <a:buNone/>
              <a:defRPr lang="en-GB" sz="1200" i="1" dirty="0">
                <a:solidFill>
                  <a:schemeClr val="bg1">
                    <a:lumMod val="50000"/>
                  </a:schemeClr>
                </a:solidFill>
              </a:defRPr>
            </a:lvl1pPr>
          </a:lstStyle>
          <a:p>
            <a:pPr marL="174625" lvl="0" indent="-174625" algn="ctr">
              <a:lnSpc>
                <a:spcPct val="100000"/>
              </a:lnSpc>
              <a:spcBef>
                <a:spcPts val="0"/>
              </a:spcBef>
              <a:spcAft>
                <a:spcPts val="0"/>
              </a:spcAft>
            </a:pPr>
            <a:r>
              <a:rPr lang="nl-NL" dirty="0"/>
              <a:t>Klik op onderstaand pictogram </a:t>
            </a:r>
            <a:br>
              <a:rPr lang="nl-NL" dirty="0"/>
            </a:br>
            <a:r>
              <a:rPr lang="nl-NL" dirty="0"/>
              <a:t>om een afbeelding in te voegen</a:t>
            </a:r>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3677289"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titelkader en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rechts - rood</a:t>
            </a:r>
          </a:p>
        </p:txBody>
      </p:sp>
      <p:sp>
        <p:nvSpPr>
          <p:cNvPr id="2" name="Tijdelijke aanduiding voor tekst 9">
            <a:extLst>
              <a:ext uri="{FF2B5EF4-FFF2-40B4-BE49-F238E27FC236}">
                <a16:creationId xmlns:a16="http://schemas.microsoft.com/office/drawing/2014/main" id="{87E1DA7B-478A-E9C1-2FC5-5D2B55A4B5A6}"/>
              </a:ext>
            </a:extLst>
          </p:cNvPr>
          <p:cNvSpPr>
            <a:spLocks noGrp="1"/>
          </p:cNvSpPr>
          <p:nvPr>
            <p:ph type="body" sz="quarter" idx="13" hasCustomPrompt="1"/>
          </p:nvPr>
        </p:nvSpPr>
        <p:spPr>
          <a:xfrm>
            <a:off x="732033"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bg1"/>
          </a:solidFill>
        </p:spPr>
        <p:txBody>
          <a:bodyPr wrap="none" lIns="324000" tIns="252000" rIns="216000" bIns="180000" anchor="ctr" anchorCtr="0">
            <a:spAutoFit/>
          </a:bodyPr>
          <a:lstStyle>
            <a:lvl1pPr marL="0" indent="0" algn="l">
              <a:lnSpc>
                <a:spcPct val="70000"/>
              </a:lnSpc>
              <a:buNone/>
              <a:defRPr sz="1800" b="1" i="1" cap="all" baseline="0">
                <a:solidFill>
                  <a:schemeClr val="tx1"/>
                </a:solidFill>
                <a:latin typeface="+mn-lt"/>
              </a:defRPr>
            </a:lvl1pPr>
          </a:lstStyle>
          <a:p>
            <a:pPr lvl="0"/>
            <a:r>
              <a:rPr lang="nl-NL" dirty="0"/>
              <a:t>KLIK OM TITEL TE BEWERKEN</a:t>
            </a:r>
          </a:p>
        </p:txBody>
      </p:sp>
      <p:sp>
        <p:nvSpPr>
          <p:cNvPr id="5" name="Tijdelijke aanduiding voor tekst 14">
            <a:extLst>
              <a:ext uri="{FF2B5EF4-FFF2-40B4-BE49-F238E27FC236}">
                <a16:creationId xmlns:a16="http://schemas.microsoft.com/office/drawing/2014/main" id="{BEF45613-C85D-67B7-846A-C3F4A5A059EE}"/>
              </a:ext>
            </a:extLst>
          </p:cNvPr>
          <p:cNvSpPr>
            <a:spLocks noGrp="1"/>
          </p:cNvSpPr>
          <p:nvPr>
            <p:ph type="body" sz="quarter" idx="24" hasCustomPrompt="1"/>
          </p:nvPr>
        </p:nvSpPr>
        <p:spPr>
          <a:xfrm>
            <a:off x="719137" y="1592263"/>
            <a:ext cx="5533745" cy="572022"/>
          </a:xfrm>
        </p:spPr>
        <p:txBody>
          <a:bodyPr/>
          <a:lstStyle>
            <a:lvl1pPr marL="0" indent="0">
              <a:buNone/>
              <a:defRPr sz="3600" b="1" i="1">
                <a:solidFill>
                  <a:schemeClr val="bg1"/>
                </a:solidFill>
                <a:latin typeface="+mn-lt"/>
              </a:defRPr>
            </a:lvl1pPr>
          </a:lstStyle>
          <a:p>
            <a:pPr lvl="0"/>
            <a:r>
              <a:rPr lang="nl-NL" dirty="0"/>
              <a:t>Klik om titel te bewerken</a:t>
            </a:r>
          </a:p>
        </p:txBody>
      </p:sp>
      <p:sp>
        <p:nvSpPr>
          <p:cNvPr id="9" name="Tijdelijke aanduiding voor tekst 6">
            <a:extLst>
              <a:ext uri="{FF2B5EF4-FFF2-40B4-BE49-F238E27FC236}">
                <a16:creationId xmlns:a16="http://schemas.microsoft.com/office/drawing/2014/main" id="{D8D6CD65-920D-ECFE-2795-3053D7A93B70}"/>
              </a:ext>
            </a:extLst>
          </p:cNvPr>
          <p:cNvSpPr>
            <a:spLocks noGrp="1"/>
          </p:cNvSpPr>
          <p:nvPr>
            <p:ph type="body" sz="quarter" idx="21" hasCustomPrompt="1"/>
          </p:nvPr>
        </p:nvSpPr>
        <p:spPr>
          <a:xfrm>
            <a:off x="732032" y="2388870"/>
            <a:ext cx="5520850" cy="3453130"/>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7" name="Tijdelijke aanduiding voor tekst 6">
            <a:extLst>
              <a:ext uri="{FF2B5EF4-FFF2-40B4-BE49-F238E27FC236}">
                <a16:creationId xmlns:a16="http://schemas.microsoft.com/office/drawing/2014/main" id="{D9A3B8A2-4F31-3207-CD2F-8706E17B4E6F}"/>
              </a:ext>
            </a:extLst>
          </p:cNvPr>
          <p:cNvSpPr>
            <a:spLocks noGrp="1"/>
          </p:cNvSpPr>
          <p:nvPr>
            <p:ph type="body" sz="quarter" idx="25"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0" name="Tijdelijke aanduiding voor tekst 9">
            <a:extLst>
              <a:ext uri="{FF2B5EF4-FFF2-40B4-BE49-F238E27FC236}">
                <a16:creationId xmlns:a16="http://schemas.microsoft.com/office/drawing/2014/main" id="{F3F1E594-0CEE-4BEE-DC22-A462B8F2182C}"/>
              </a:ext>
            </a:extLst>
          </p:cNvPr>
          <p:cNvSpPr>
            <a:spLocks noGrp="1"/>
          </p:cNvSpPr>
          <p:nvPr>
            <p:ph type="body" sz="quarter" idx="26"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051097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lide met titelkader en ingevulde avatile image rechts - rood">
    <p:bg>
      <p:bgPr>
        <a:solidFill>
          <a:schemeClr val="accent1"/>
        </a:solidFill>
        <a:effectLst/>
      </p:bgPr>
    </p:bg>
    <p:spTree>
      <p:nvGrpSpPr>
        <p:cNvPr id="1" name=""/>
        <p:cNvGrpSpPr/>
        <p:nvPr/>
      </p:nvGrpSpPr>
      <p:grpSpPr>
        <a:xfrm>
          <a:off x="0" y="0"/>
          <a:ext cx="0" cy="0"/>
          <a:chOff x="0" y="0"/>
          <a:chExt cx="0" cy="0"/>
        </a:xfrm>
      </p:grpSpPr>
      <p:pic>
        <p:nvPicPr>
          <p:cNvPr id="6" name="Afbeelding 5" descr="Een student die op een poef zit met een laptop op zijn schoot, hij lacht naar de kijker.">
            <a:extLst>
              <a:ext uri="{FF2B5EF4-FFF2-40B4-BE49-F238E27FC236}">
                <a16:creationId xmlns:a16="http://schemas.microsoft.com/office/drawing/2014/main" id="{8B9FB239-1E3F-00E0-EF9D-40FA8485A9D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50000" y="0"/>
            <a:ext cx="5842000" cy="6858000"/>
          </a:xfrm>
          <a:prstGeom prst="rect">
            <a:avLst/>
          </a:prstGeom>
        </p:spPr>
      </p:pic>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444031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a:solidFill>
                  <a:schemeClr val="accent1"/>
                </a:solidFill>
                <a:latin typeface="+mj-lt"/>
              </a:rPr>
              <a:t>Slide met titelkader en ingevulde </a:t>
            </a:r>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image rechts - rood</a:t>
            </a:r>
          </a:p>
        </p:txBody>
      </p:sp>
      <p:sp>
        <p:nvSpPr>
          <p:cNvPr id="2" name="Tijdelijke aanduiding voor tekst 9">
            <a:extLst>
              <a:ext uri="{FF2B5EF4-FFF2-40B4-BE49-F238E27FC236}">
                <a16:creationId xmlns:a16="http://schemas.microsoft.com/office/drawing/2014/main" id="{87E1DA7B-478A-E9C1-2FC5-5D2B55A4B5A6}"/>
              </a:ext>
            </a:extLst>
          </p:cNvPr>
          <p:cNvSpPr>
            <a:spLocks noGrp="1"/>
          </p:cNvSpPr>
          <p:nvPr>
            <p:ph type="body" sz="quarter" idx="13" hasCustomPrompt="1"/>
          </p:nvPr>
        </p:nvSpPr>
        <p:spPr>
          <a:xfrm>
            <a:off x="732033" y="718433"/>
            <a:ext cx="3990768" cy="634222"/>
          </a:xfrm>
          <a:custGeom>
            <a:avLst/>
            <a:gdLst>
              <a:gd name="connsiteX0" fmla="*/ 229635 w 6038853"/>
              <a:gd name="connsiteY0" fmla="*/ 0 h 1232681"/>
              <a:gd name="connsiteX1" fmla="*/ 5929727 w 6038853"/>
              <a:gd name="connsiteY1" fmla="*/ 0 h 1232681"/>
              <a:gd name="connsiteX2" fmla="*/ 6036801 w 6038853"/>
              <a:gd name="connsiteY2" fmla="*/ 129813 h 1232681"/>
              <a:gd name="connsiteX3" fmla="*/ 5809541 w 6038853"/>
              <a:gd name="connsiteY3" fmla="*/ 1232681 h 1232681"/>
              <a:gd name="connsiteX4" fmla="*/ 108356 w 6038853"/>
              <a:gd name="connsiteY4" fmla="*/ 1232681 h 1232681"/>
              <a:gd name="connsiteX5" fmla="*/ 2374 w 6038853"/>
              <a:gd name="connsiteY5" fmla="*/ 1102868 h 1232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8853" h="1232681">
                <a:moveTo>
                  <a:pt x="229635" y="0"/>
                </a:moveTo>
                <a:lnTo>
                  <a:pt x="5929727" y="0"/>
                </a:lnTo>
                <a:cubicBezTo>
                  <a:pt x="5998561" y="0"/>
                  <a:pt x="6049913" y="62180"/>
                  <a:pt x="6036801" y="129813"/>
                </a:cubicBezTo>
                <a:lnTo>
                  <a:pt x="5809541" y="1232681"/>
                </a:lnTo>
                <a:lnTo>
                  <a:pt x="108356" y="1232681"/>
                </a:lnTo>
                <a:cubicBezTo>
                  <a:pt x="39522" y="1232681"/>
                  <a:pt x="-11830" y="1169411"/>
                  <a:pt x="2374" y="1102868"/>
                </a:cubicBezTo>
                <a:close/>
              </a:path>
            </a:pathLst>
          </a:custGeom>
          <a:solidFill>
            <a:schemeClr val="bg1"/>
          </a:solidFill>
        </p:spPr>
        <p:txBody>
          <a:bodyPr wrap="none" lIns="324000" tIns="252000" rIns="216000" bIns="180000" anchor="ctr" anchorCtr="0">
            <a:spAutoFit/>
          </a:bodyPr>
          <a:lstStyle>
            <a:lvl1pPr marL="0" indent="0" algn="l">
              <a:lnSpc>
                <a:spcPct val="70000"/>
              </a:lnSpc>
              <a:buNone/>
              <a:defRPr sz="1800" b="1" i="1" cap="all" baseline="0">
                <a:solidFill>
                  <a:schemeClr val="tx1"/>
                </a:solidFill>
                <a:latin typeface="+mn-lt"/>
              </a:defRPr>
            </a:lvl1pPr>
          </a:lstStyle>
          <a:p>
            <a:pPr lvl="0"/>
            <a:r>
              <a:rPr lang="nl-NL" dirty="0"/>
              <a:t>KLIK OM TITEL TE BEWERKEN</a:t>
            </a:r>
          </a:p>
        </p:txBody>
      </p:sp>
      <p:sp>
        <p:nvSpPr>
          <p:cNvPr id="5" name="Tijdelijke aanduiding voor tekst 14">
            <a:extLst>
              <a:ext uri="{FF2B5EF4-FFF2-40B4-BE49-F238E27FC236}">
                <a16:creationId xmlns:a16="http://schemas.microsoft.com/office/drawing/2014/main" id="{BEF45613-C85D-67B7-846A-C3F4A5A059EE}"/>
              </a:ext>
            </a:extLst>
          </p:cNvPr>
          <p:cNvSpPr>
            <a:spLocks noGrp="1"/>
          </p:cNvSpPr>
          <p:nvPr>
            <p:ph type="body" sz="quarter" idx="24" hasCustomPrompt="1"/>
          </p:nvPr>
        </p:nvSpPr>
        <p:spPr>
          <a:xfrm>
            <a:off x="719138" y="1592262"/>
            <a:ext cx="5533744" cy="536505"/>
          </a:xfrm>
        </p:spPr>
        <p:txBody>
          <a:bodyPr/>
          <a:lstStyle>
            <a:lvl1pPr marL="0" indent="0">
              <a:buNone/>
              <a:defRPr sz="3600" b="1" i="1">
                <a:solidFill>
                  <a:schemeClr val="bg1"/>
                </a:solidFill>
                <a:latin typeface="+mn-lt"/>
              </a:defRPr>
            </a:lvl1pPr>
          </a:lstStyle>
          <a:p>
            <a:pPr lvl="0"/>
            <a:r>
              <a:rPr lang="nl-NL" dirty="0"/>
              <a:t>Klik om titel te bewerken</a:t>
            </a:r>
          </a:p>
        </p:txBody>
      </p:sp>
      <p:sp>
        <p:nvSpPr>
          <p:cNvPr id="9" name="Tijdelijke aanduiding voor tekst 6">
            <a:extLst>
              <a:ext uri="{FF2B5EF4-FFF2-40B4-BE49-F238E27FC236}">
                <a16:creationId xmlns:a16="http://schemas.microsoft.com/office/drawing/2014/main" id="{D8D6CD65-920D-ECFE-2795-3053D7A93B70}"/>
              </a:ext>
            </a:extLst>
          </p:cNvPr>
          <p:cNvSpPr>
            <a:spLocks noGrp="1"/>
          </p:cNvSpPr>
          <p:nvPr>
            <p:ph type="body" sz="quarter" idx="21" hasCustomPrompt="1"/>
          </p:nvPr>
        </p:nvSpPr>
        <p:spPr>
          <a:xfrm>
            <a:off x="732032" y="2388870"/>
            <a:ext cx="5520850" cy="3453130"/>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7" name="Tijdelijke aanduiding voor tekst 6">
            <a:extLst>
              <a:ext uri="{FF2B5EF4-FFF2-40B4-BE49-F238E27FC236}">
                <a16:creationId xmlns:a16="http://schemas.microsoft.com/office/drawing/2014/main" id="{2691F044-9490-630E-545F-D41A317AFFEA}"/>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10" name="Tijdelijke aanduiding voor tekst 9">
            <a:extLst>
              <a:ext uri="{FF2B5EF4-FFF2-40B4-BE49-F238E27FC236}">
                <a16:creationId xmlns:a16="http://schemas.microsoft.com/office/drawing/2014/main" id="{68340F42-8B8E-3DD7-B7EB-4ECB96E094D4}"/>
              </a:ext>
            </a:extLst>
          </p:cNvPr>
          <p:cNvSpPr>
            <a:spLocks noGrp="1"/>
          </p:cNvSpPr>
          <p:nvPr>
            <p:ph type="body" sz="quarter" idx="25"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3"/>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004426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Avatile - rood">
    <p:bg>
      <p:bgPr>
        <a:solidFill>
          <a:schemeClr val="bg1"/>
        </a:solidFill>
        <a:effectLst/>
      </p:bgPr>
    </p:bg>
    <p:spTree>
      <p:nvGrpSpPr>
        <p:cNvPr id="1" name=""/>
        <p:cNvGrpSpPr/>
        <p:nvPr/>
      </p:nvGrpSpPr>
      <p:grpSpPr>
        <a:xfrm>
          <a:off x="0" y="0"/>
          <a:ext cx="0" cy="0"/>
          <a:chOff x="0" y="0"/>
          <a:chExt cx="0" cy="0"/>
        </a:xfrm>
      </p:grpSpPr>
      <p:sp>
        <p:nvSpPr>
          <p:cNvPr id="4" name="Tijdelijke aanduiding voor tekst 7">
            <a:extLst>
              <a:ext uri="{FF2B5EF4-FFF2-40B4-BE49-F238E27FC236}">
                <a16:creationId xmlns:a16="http://schemas.microsoft.com/office/drawing/2014/main" id="{14B98BEE-8933-B822-6452-FF1F4421E5AD}"/>
              </a:ext>
            </a:extLst>
          </p:cNvPr>
          <p:cNvSpPr>
            <a:spLocks noGrp="1"/>
          </p:cNvSpPr>
          <p:nvPr>
            <p:ph type="body" sz="quarter" idx="11" hasCustomPrompt="1"/>
          </p:nvPr>
        </p:nvSpPr>
        <p:spPr>
          <a:xfrm>
            <a:off x="0" y="0"/>
            <a:ext cx="5809957" cy="6877862"/>
          </a:xfrm>
          <a:custGeom>
            <a:avLst/>
            <a:gdLst>
              <a:gd name="connsiteX0" fmla="*/ 0 w 11584964"/>
              <a:gd name="connsiteY0" fmla="*/ 0 h 13714350"/>
              <a:gd name="connsiteX1" fmla="*/ 10378683 w 11584964"/>
              <a:gd name="connsiteY1" fmla="*/ 0 h 13714350"/>
              <a:gd name="connsiteX2" fmla="*/ 11559916 w 11584964"/>
              <a:gd name="connsiteY2" fmla="*/ 1448653 h 13714350"/>
              <a:gd name="connsiteX3" fmla="*/ 9042372 w 11584964"/>
              <a:gd name="connsiteY3" fmla="*/ 13714350 h 13714350"/>
              <a:gd name="connsiteX4" fmla="*/ 0 w 11584964"/>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4" h="13714350">
                <a:moveTo>
                  <a:pt x="0" y="0"/>
                </a:moveTo>
                <a:lnTo>
                  <a:pt x="10378683" y="0"/>
                </a:lnTo>
                <a:cubicBezTo>
                  <a:pt x="11142525" y="0"/>
                  <a:pt x="11713344" y="701227"/>
                  <a:pt x="11559916" y="1448653"/>
                </a:cubicBezTo>
                <a:lnTo>
                  <a:pt x="9042372" y="13714350"/>
                </a:lnTo>
                <a:lnTo>
                  <a:pt x="0" y="13714350"/>
                </a:lnTo>
                <a:close/>
              </a:path>
            </a:pathLst>
          </a:custGeom>
          <a:solidFill>
            <a:schemeClr val="accent1"/>
          </a:solidFill>
        </p:spPr>
        <p:txBody>
          <a:bodyPr wrap="square" lIns="1512000" tIns="1512000" rIns="1440000" bIns="1440000">
            <a:noAutofit/>
          </a:bodyPr>
          <a:lstStyle>
            <a:lvl1pPr marL="0" indent="0">
              <a:lnSpc>
                <a:spcPct val="70000"/>
              </a:lnSpc>
              <a:buNone/>
              <a:defRPr sz="100" b="1" i="1" cap="all" baseline="0">
                <a:solidFill>
                  <a:schemeClr val="bg1">
                    <a:alpha val="0"/>
                  </a:schemeClr>
                </a:solidFill>
                <a:latin typeface="Arial" panose="020B0604020202020204" pitchFamily="34" charset="0"/>
              </a:defRPr>
            </a:lvl1pPr>
          </a:lstStyle>
          <a:p>
            <a:pPr lvl="0"/>
            <a:r>
              <a:rPr lang="nl-NL" dirty="0"/>
              <a:t> </a:t>
            </a:r>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984565"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 rood</a:t>
            </a:r>
          </a:p>
        </p:txBody>
      </p:sp>
      <p:sp>
        <p:nvSpPr>
          <p:cNvPr id="10" name="Titel 1">
            <a:extLst>
              <a:ext uri="{FF2B5EF4-FFF2-40B4-BE49-F238E27FC236}">
                <a16:creationId xmlns:a16="http://schemas.microsoft.com/office/drawing/2014/main" id="{FF86E707-BA7F-7577-8B87-64F8C55E5FEA}"/>
              </a:ext>
            </a:extLst>
          </p:cNvPr>
          <p:cNvSpPr>
            <a:spLocks noGrp="1"/>
          </p:cNvSpPr>
          <p:nvPr>
            <p:ph type="ctrTitle" hasCustomPrompt="1"/>
          </p:nvPr>
        </p:nvSpPr>
        <p:spPr>
          <a:xfrm>
            <a:off x="719139" y="729689"/>
            <a:ext cx="4035742" cy="2351136"/>
          </a:xfrm>
        </p:spPr>
        <p:txBody>
          <a:bodyPr anchor="t"/>
          <a:lstStyle>
            <a:lvl1pPr algn="l">
              <a:lnSpc>
                <a:spcPct val="80000"/>
              </a:lnSpc>
              <a:defRPr sz="4800" b="1" i="1">
                <a:solidFill>
                  <a:schemeClr val="bg1"/>
                </a:solidFill>
              </a:defRPr>
            </a:lvl1pPr>
          </a:lstStyle>
          <a:p>
            <a:r>
              <a:rPr lang="nl-NL" noProof="0" dirty="0"/>
              <a:t>KLIK OM TITEL </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F04B5AEE-F7FF-005B-4784-BA3A7069C420}"/>
              </a:ext>
            </a:extLst>
          </p:cNvPr>
          <p:cNvSpPr>
            <a:spLocks noGrp="1"/>
          </p:cNvSpPr>
          <p:nvPr>
            <p:ph type="body" sz="quarter" idx="21" hasCustomPrompt="1"/>
          </p:nvPr>
        </p:nvSpPr>
        <p:spPr>
          <a:xfrm>
            <a:off x="6529096" y="729688"/>
            <a:ext cx="4942179" cy="5112311"/>
          </a:xfrm>
        </p:spPr>
        <p:txBody>
          <a:bodyPr/>
          <a:lstStyle>
            <a:lvl1pPr marL="0" indent="0">
              <a:buClr>
                <a:schemeClr val="tx1"/>
              </a:buClr>
              <a:buFont typeface="Arial" panose="020B0604020202020204" pitchFamily="34" charset="0"/>
              <a:buNone/>
              <a:defRPr sz="1800">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sz="1800">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jdelijke aanduiding voor tekst 1">
            <a:extLst>
              <a:ext uri="{FF2B5EF4-FFF2-40B4-BE49-F238E27FC236}">
                <a16:creationId xmlns:a16="http://schemas.microsoft.com/office/drawing/2014/main" id="{1015C0DE-9E9A-49DD-7BBE-8E3278D05155}"/>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5" name="Tijdelijke aanduiding voor tekst 4">
            <a:extLst>
              <a:ext uri="{FF2B5EF4-FFF2-40B4-BE49-F238E27FC236}">
                <a16:creationId xmlns:a16="http://schemas.microsoft.com/office/drawing/2014/main" id="{7CCEFF38-B52B-8C08-7D65-CE67AC866F23}"/>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4041748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Avatile - blauw">
    <p:bg>
      <p:bgPr>
        <a:solidFill>
          <a:schemeClr val="bg1"/>
        </a:solidFill>
        <a:effectLst/>
      </p:bgPr>
    </p:bg>
    <p:spTree>
      <p:nvGrpSpPr>
        <p:cNvPr id="1" name=""/>
        <p:cNvGrpSpPr/>
        <p:nvPr/>
      </p:nvGrpSpPr>
      <p:grpSpPr>
        <a:xfrm>
          <a:off x="0" y="0"/>
          <a:ext cx="0" cy="0"/>
          <a:chOff x="0" y="0"/>
          <a:chExt cx="0" cy="0"/>
        </a:xfrm>
      </p:grpSpPr>
      <p:sp>
        <p:nvSpPr>
          <p:cNvPr id="4" name="Tijdelijke aanduiding voor tekst 7">
            <a:extLst>
              <a:ext uri="{FF2B5EF4-FFF2-40B4-BE49-F238E27FC236}">
                <a16:creationId xmlns:a16="http://schemas.microsoft.com/office/drawing/2014/main" id="{14B98BEE-8933-B822-6452-FF1F4421E5AD}"/>
              </a:ext>
            </a:extLst>
          </p:cNvPr>
          <p:cNvSpPr>
            <a:spLocks noGrp="1"/>
          </p:cNvSpPr>
          <p:nvPr>
            <p:ph type="body" sz="quarter" idx="11" hasCustomPrompt="1"/>
          </p:nvPr>
        </p:nvSpPr>
        <p:spPr>
          <a:xfrm>
            <a:off x="0" y="0"/>
            <a:ext cx="5809957" cy="6877862"/>
          </a:xfrm>
          <a:custGeom>
            <a:avLst/>
            <a:gdLst>
              <a:gd name="connsiteX0" fmla="*/ 0 w 11584964"/>
              <a:gd name="connsiteY0" fmla="*/ 0 h 13714350"/>
              <a:gd name="connsiteX1" fmla="*/ 10378683 w 11584964"/>
              <a:gd name="connsiteY1" fmla="*/ 0 h 13714350"/>
              <a:gd name="connsiteX2" fmla="*/ 11559916 w 11584964"/>
              <a:gd name="connsiteY2" fmla="*/ 1448653 h 13714350"/>
              <a:gd name="connsiteX3" fmla="*/ 9042372 w 11584964"/>
              <a:gd name="connsiteY3" fmla="*/ 13714350 h 13714350"/>
              <a:gd name="connsiteX4" fmla="*/ 0 w 11584964"/>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4" h="13714350">
                <a:moveTo>
                  <a:pt x="0" y="0"/>
                </a:moveTo>
                <a:lnTo>
                  <a:pt x="10378683" y="0"/>
                </a:lnTo>
                <a:cubicBezTo>
                  <a:pt x="11142525" y="0"/>
                  <a:pt x="11713344" y="701227"/>
                  <a:pt x="11559916" y="1448653"/>
                </a:cubicBezTo>
                <a:lnTo>
                  <a:pt x="9042372" y="13714350"/>
                </a:lnTo>
                <a:lnTo>
                  <a:pt x="0" y="13714350"/>
                </a:lnTo>
                <a:close/>
              </a:path>
            </a:pathLst>
          </a:custGeom>
          <a:solidFill>
            <a:schemeClr val="accent6"/>
          </a:solidFill>
        </p:spPr>
        <p:txBody>
          <a:bodyPr wrap="square" lIns="1512000" tIns="1512000" rIns="1440000" bIns="1440000">
            <a:noAutofit/>
          </a:bodyPr>
          <a:lstStyle>
            <a:lvl1pPr marL="0" indent="0">
              <a:lnSpc>
                <a:spcPct val="70000"/>
              </a:lnSpc>
              <a:buNone/>
              <a:defRPr sz="100" b="1" i="1" cap="all" baseline="0">
                <a:solidFill>
                  <a:schemeClr val="bg1">
                    <a:alpha val="0"/>
                  </a:schemeClr>
                </a:solidFill>
                <a:latin typeface="Arial" panose="020B0604020202020204" pitchFamily="34" charset="0"/>
              </a:defRPr>
            </a:lvl1pPr>
          </a:lstStyle>
          <a:p>
            <a:pPr lvl="0"/>
            <a:r>
              <a:rPr lang="nl-NL" dirty="0"/>
              <a:t> </a:t>
            </a:r>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1087157"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 blauw</a:t>
            </a:r>
          </a:p>
        </p:txBody>
      </p:sp>
      <p:sp>
        <p:nvSpPr>
          <p:cNvPr id="10" name="Titel 1">
            <a:extLst>
              <a:ext uri="{FF2B5EF4-FFF2-40B4-BE49-F238E27FC236}">
                <a16:creationId xmlns:a16="http://schemas.microsoft.com/office/drawing/2014/main" id="{FF86E707-BA7F-7577-8B87-64F8C55E5FEA}"/>
              </a:ext>
            </a:extLst>
          </p:cNvPr>
          <p:cNvSpPr>
            <a:spLocks noGrp="1"/>
          </p:cNvSpPr>
          <p:nvPr>
            <p:ph type="ctrTitle" hasCustomPrompt="1"/>
          </p:nvPr>
        </p:nvSpPr>
        <p:spPr>
          <a:xfrm>
            <a:off x="719139" y="729689"/>
            <a:ext cx="4035742" cy="2351136"/>
          </a:xfrm>
        </p:spPr>
        <p:txBody>
          <a:bodyPr anchor="t"/>
          <a:lstStyle>
            <a:lvl1pPr algn="l">
              <a:lnSpc>
                <a:spcPct val="80000"/>
              </a:lnSpc>
              <a:defRPr sz="4800" b="1" i="1">
                <a:solidFill>
                  <a:schemeClr val="bg1"/>
                </a:solidFill>
              </a:defRPr>
            </a:lvl1pPr>
          </a:lstStyle>
          <a:p>
            <a:r>
              <a:rPr lang="nl-NL" noProof="0" dirty="0"/>
              <a:t>KLIK OM TITEL </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F04B5AEE-F7FF-005B-4784-BA3A7069C420}"/>
              </a:ext>
            </a:extLst>
          </p:cNvPr>
          <p:cNvSpPr>
            <a:spLocks noGrp="1"/>
          </p:cNvSpPr>
          <p:nvPr>
            <p:ph type="body" sz="quarter" idx="21" hasCustomPrompt="1"/>
          </p:nvPr>
        </p:nvSpPr>
        <p:spPr>
          <a:xfrm>
            <a:off x="6529096" y="729688"/>
            <a:ext cx="4942179" cy="5112311"/>
          </a:xfrm>
        </p:spPr>
        <p:txBody>
          <a:bodyPr/>
          <a:lstStyle>
            <a:lvl1pPr marL="0" indent="0">
              <a:buClr>
                <a:schemeClr val="tx1"/>
              </a:buClr>
              <a:buFont typeface="Arial" panose="020B0604020202020204" pitchFamily="34" charset="0"/>
              <a:buNone/>
              <a:defRPr sz="1800">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sz="1800">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jdelijke aanduiding voor tekst 1">
            <a:extLst>
              <a:ext uri="{FF2B5EF4-FFF2-40B4-BE49-F238E27FC236}">
                <a16:creationId xmlns:a16="http://schemas.microsoft.com/office/drawing/2014/main" id="{C3DA17FA-0684-5057-F498-52BED0CC3FB6}"/>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5" name="Tijdelijke aanduiding voor tekst 4">
            <a:extLst>
              <a:ext uri="{FF2B5EF4-FFF2-40B4-BE49-F238E27FC236}">
                <a16:creationId xmlns:a16="http://schemas.microsoft.com/office/drawing/2014/main" id="{3735DEB9-089E-F03E-5360-BB107A871D3B}"/>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4252172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Avatile - lichtblauw">
    <p:bg>
      <p:bgPr>
        <a:solidFill>
          <a:schemeClr val="bg1"/>
        </a:solidFill>
        <a:effectLst/>
      </p:bgPr>
    </p:bg>
    <p:spTree>
      <p:nvGrpSpPr>
        <p:cNvPr id="1" name=""/>
        <p:cNvGrpSpPr/>
        <p:nvPr/>
      </p:nvGrpSpPr>
      <p:grpSpPr>
        <a:xfrm>
          <a:off x="0" y="0"/>
          <a:ext cx="0" cy="0"/>
          <a:chOff x="0" y="0"/>
          <a:chExt cx="0" cy="0"/>
        </a:xfrm>
      </p:grpSpPr>
      <p:sp>
        <p:nvSpPr>
          <p:cNvPr id="4" name="Tijdelijke aanduiding voor tekst 7">
            <a:extLst>
              <a:ext uri="{FF2B5EF4-FFF2-40B4-BE49-F238E27FC236}">
                <a16:creationId xmlns:a16="http://schemas.microsoft.com/office/drawing/2014/main" id="{14B98BEE-8933-B822-6452-FF1F4421E5AD}"/>
              </a:ext>
            </a:extLst>
          </p:cNvPr>
          <p:cNvSpPr>
            <a:spLocks noGrp="1"/>
          </p:cNvSpPr>
          <p:nvPr>
            <p:ph type="body" sz="quarter" idx="11" hasCustomPrompt="1"/>
          </p:nvPr>
        </p:nvSpPr>
        <p:spPr>
          <a:xfrm>
            <a:off x="0" y="0"/>
            <a:ext cx="5809957" cy="6877862"/>
          </a:xfrm>
          <a:custGeom>
            <a:avLst/>
            <a:gdLst>
              <a:gd name="connsiteX0" fmla="*/ 0 w 11584964"/>
              <a:gd name="connsiteY0" fmla="*/ 0 h 13714350"/>
              <a:gd name="connsiteX1" fmla="*/ 10378683 w 11584964"/>
              <a:gd name="connsiteY1" fmla="*/ 0 h 13714350"/>
              <a:gd name="connsiteX2" fmla="*/ 11559916 w 11584964"/>
              <a:gd name="connsiteY2" fmla="*/ 1448653 h 13714350"/>
              <a:gd name="connsiteX3" fmla="*/ 9042372 w 11584964"/>
              <a:gd name="connsiteY3" fmla="*/ 13714350 h 13714350"/>
              <a:gd name="connsiteX4" fmla="*/ 0 w 11584964"/>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4" h="13714350">
                <a:moveTo>
                  <a:pt x="0" y="0"/>
                </a:moveTo>
                <a:lnTo>
                  <a:pt x="10378683" y="0"/>
                </a:lnTo>
                <a:cubicBezTo>
                  <a:pt x="11142525" y="0"/>
                  <a:pt x="11713344" y="701227"/>
                  <a:pt x="11559916" y="1448653"/>
                </a:cubicBezTo>
                <a:lnTo>
                  <a:pt x="9042372" y="13714350"/>
                </a:lnTo>
                <a:lnTo>
                  <a:pt x="0" y="13714350"/>
                </a:lnTo>
                <a:close/>
              </a:path>
            </a:pathLst>
          </a:custGeom>
          <a:solidFill>
            <a:schemeClr val="accent5"/>
          </a:solidFill>
        </p:spPr>
        <p:txBody>
          <a:bodyPr wrap="square" lIns="1512000" tIns="1512000" rIns="1440000" bIns="1440000">
            <a:noAutofit/>
          </a:bodyPr>
          <a:lstStyle>
            <a:lvl1pPr marL="0" indent="0">
              <a:lnSpc>
                <a:spcPct val="70000"/>
              </a:lnSpc>
              <a:buNone/>
              <a:defRPr sz="100" b="1" i="1" cap="all" baseline="0">
                <a:solidFill>
                  <a:schemeClr val="bg1">
                    <a:alpha val="0"/>
                  </a:schemeClr>
                </a:solidFill>
                <a:latin typeface="Arial" panose="020B0604020202020204" pitchFamily="34" charset="0"/>
              </a:defRPr>
            </a:lvl1pPr>
          </a:lstStyle>
          <a:p>
            <a:pPr lvl="0"/>
            <a:r>
              <a:rPr lang="nl-NL" dirty="0"/>
              <a:t> </a:t>
            </a:r>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1385316"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 lichtblauw</a:t>
            </a:r>
          </a:p>
        </p:txBody>
      </p:sp>
      <p:sp>
        <p:nvSpPr>
          <p:cNvPr id="10" name="Titel 1">
            <a:extLst>
              <a:ext uri="{FF2B5EF4-FFF2-40B4-BE49-F238E27FC236}">
                <a16:creationId xmlns:a16="http://schemas.microsoft.com/office/drawing/2014/main" id="{FF86E707-BA7F-7577-8B87-64F8C55E5FEA}"/>
              </a:ext>
            </a:extLst>
          </p:cNvPr>
          <p:cNvSpPr>
            <a:spLocks noGrp="1"/>
          </p:cNvSpPr>
          <p:nvPr>
            <p:ph type="ctrTitle" hasCustomPrompt="1"/>
          </p:nvPr>
        </p:nvSpPr>
        <p:spPr>
          <a:xfrm>
            <a:off x="719139" y="729689"/>
            <a:ext cx="4035742" cy="2351136"/>
          </a:xfrm>
        </p:spPr>
        <p:txBody>
          <a:bodyPr anchor="t"/>
          <a:lstStyle>
            <a:lvl1pPr algn="l">
              <a:lnSpc>
                <a:spcPct val="80000"/>
              </a:lnSpc>
              <a:defRPr sz="4800" b="1" i="1">
                <a:solidFill>
                  <a:schemeClr val="bg1"/>
                </a:solidFill>
              </a:defRPr>
            </a:lvl1pPr>
          </a:lstStyle>
          <a:p>
            <a:r>
              <a:rPr lang="nl-NL" noProof="0" dirty="0"/>
              <a:t>KLIK OM TITEL </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F04B5AEE-F7FF-005B-4784-BA3A7069C420}"/>
              </a:ext>
            </a:extLst>
          </p:cNvPr>
          <p:cNvSpPr>
            <a:spLocks noGrp="1"/>
          </p:cNvSpPr>
          <p:nvPr>
            <p:ph type="body" sz="quarter" idx="21" hasCustomPrompt="1"/>
          </p:nvPr>
        </p:nvSpPr>
        <p:spPr>
          <a:xfrm>
            <a:off x="6529096" y="729688"/>
            <a:ext cx="4942179" cy="5112311"/>
          </a:xfrm>
        </p:spPr>
        <p:txBody>
          <a:bodyPr/>
          <a:lstStyle>
            <a:lvl1pPr marL="0" indent="0">
              <a:buClr>
                <a:schemeClr val="tx1"/>
              </a:buClr>
              <a:buFont typeface="Arial" panose="020B0604020202020204" pitchFamily="34" charset="0"/>
              <a:buNone/>
              <a:defRPr sz="1800">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marL="0" indent="0">
              <a:buFont typeface="Arial" panose="020B0604020202020204" pitchFamily="34" charset="0"/>
              <a:buNone/>
              <a:defRPr sz="1800">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jdelijke aanduiding voor tekst 1">
            <a:extLst>
              <a:ext uri="{FF2B5EF4-FFF2-40B4-BE49-F238E27FC236}">
                <a16:creationId xmlns:a16="http://schemas.microsoft.com/office/drawing/2014/main" id="{41D44F39-24AC-E8B8-05FA-12E2EA412A2D}"/>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5" name="Tijdelijke aanduiding voor tekst 4">
            <a:extLst>
              <a:ext uri="{FF2B5EF4-FFF2-40B4-BE49-F238E27FC236}">
                <a16:creationId xmlns:a16="http://schemas.microsoft.com/office/drawing/2014/main" id="{4F4E4C50-763B-7181-7DF1-119DF3228EA5}"/>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3738489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Avatile - paars">
    <p:bg>
      <p:bgPr>
        <a:solidFill>
          <a:schemeClr val="bg1"/>
        </a:solidFill>
        <a:effectLst/>
      </p:bgPr>
    </p:bg>
    <p:spTree>
      <p:nvGrpSpPr>
        <p:cNvPr id="1" name=""/>
        <p:cNvGrpSpPr/>
        <p:nvPr/>
      </p:nvGrpSpPr>
      <p:grpSpPr>
        <a:xfrm>
          <a:off x="0" y="0"/>
          <a:ext cx="0" cy="0"/>
          <a:chOff x="0" y="0"/>
          <a:chExt cx="0" cy="0"/>
        </a:xfrm>
      </p:grpSpPr>
      <p:sp>
        <p:nvSpPr>
          <p:cNvPr id="4" name="Tijdelijke aanduiding voor tekst 7">
            <a:extLst>
              <a:ext uri="{FF2B5EF4-FFF2-40B4-BE49-F238E27FC236}">
                <a16:creationId xmlns:a16="http://schemas.microsoft.com/office/drawing/2014/main" id="{14B98BEE-8933-B822-6452-FF1F4421E5AD}"/>
              </a:ext>
            </a:extLst>
          </p:cNvPr>
          <p:cNvSpPr>
            <a:spLocks noGrp="1"/>
          </p:cNvSpPr>
          <p:nvPr>
            <p:ph type="body" sz="quarter" idx="11" hasCustomPrompt="1"/>
          </p:nvPr>
        </p:nvSpPr>
        <p:spPr>
          <a:xfrm>
            <a:off x="0" y="0"/>
            <a:ext cx="5809957" cy="6877862"/>
          </a:xfrm>
          <a:custGeom>
            <a:avLst/>
            <a:gdLst>
              <a:gd name="connsiteX0" fmla="*/ 0 w 11584964"/>
              <a:gd name="connsiteY0" fmla="*/ 0 h 13714350"/>
              <a:gd name="connsiteX1" fmla="*/ 10378683 w 11584964"/>
              <a:gd name="connsiteY1" fmla="*/ 0 h 13714350"/>
              <a:gd name="connsiteX2" fmla="*/ 11559916 w 11584964"/>
              <a:gd name="connsiteY2" fmla="*/ 1448653 h 13714350"/>
              <a:gd name="connsiteX3" fmla="*/ 9042372 w 11584964"/>
              <a:gd name="connsiteY3" fmla="*/ 13714350 h 13714350"/>
              <a:gd name="connsiteX4" fmla="*/ 0 w 11584964"/>
              <a:gd name="connsiteY4" fmla="*/ 13714350 h 137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4964" h="13714350">
                <a:moveTo>
                  <a:pt x="0" y="0"/>
                </a:moveTo>
                <a:lnTo>
                  <a:pt x="10378683" y="0"/>
                </a:lnTo>
                <a:cubicBezTo>
                  <a:pt x="11142525" y="0"/>
                  <a:pt x="11713344" y="701227"/>
                  <a:pt x="11559916" y="1448653"/>
                </a:cubicBezTo>
                <a:lnTo>
                  <a:pt x="9042372" y="13714350"/>
                </a:lnTo>
                <a:lnTo>
                  <a:pt x="0" y="13714350"/>
                </a:lnTo>
                <a:close/>
              </a:path>
            </a:pathLst>
          </a:custGeom>
          <a:solidFill>
            <a:schemeClr val="accent4"/>
          </a:solidFill>
        </p:spPr>
        <p:txBody>
          <a:bodyPr wrap="square" lIns="1512000" tIns="1512000" rIns="1440000" bIns="1440000">
            <a:noAutofit/>
          </a:bodyPr>
          <a:lstStyle>
            <a:lvl1pPr marL="0" indent="0">
              <a:lnSpc>
                <a:spcPct val="70000"/>
              </a:lnSpc>
              <a:buNone/>
              <a:defRPr sz="100" b="1" i="1" cap="all" baseline="0">
                <a:solidFill>
                  <a:schemeClr val="bg1">
                    <a:alpha val="0"/>
                  </a:schemeClr>
                </a:solidFill>
                <a:latin typeface="Arial" panose="020B0604020202020204" pitchFamily="34" charset="0"/>
              </a:defRPr>
            </a:lvl1pPr>
          </a:lstStyle>
          <a:p>
            <a:pPr lvl="0"/>
            <a:r>
              <a:rPr lang="nl-NL" dirty="0"/>
              <a:t> </a:t>
            </a:r>
          </a:p>
        </p:txBody>
      </p:sp>
      <p:sp>
        <p:nvSpPr>
          <p:cNvPr id="8" name="Rechthoek 7">
            <a:extLst>
              <a:ext uri="{FF2B5EF4-FFF2-40B4-BE49-F238E27FC236}">
                <a16:creationId xmlns:a16="http://schemas.microsoft.com/office/drawing/2014/main" id="{7E8C9CD0-20F1-1FDB-CBF4-FF2C6F7FC2AE}"/>
              </a:ext>
            </a:extLst>
          </p:cNvPr>
          <p:cNvSpPr/>
          <p:nvPr userDrawn="1"/>
        </p:nvSpPr>
        <p:spPr>
          <a:xfrm>
            <a:off x="0" y="-425941"/>
            <a:ext cx="1069524"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nl-NL" sz="1600" b="0" cap="none" baseline="0" noProof="0" dirty="0" err="1">
                <a:solidFill>
                  <a:schemeClr val="accent1"/>
                </a:solidFill>
                <a:latin typeface="+mj-lt"/>
              </a:rPr>
              <a:t>Avatile</a:t>
            </a:r>
            <a:r>
              <a:rPr lang="nl-NL" sz="1600" b="0" cap="none" baseline="0" noProof="0" dirty="0">
                <a:solidFill>
                  <a:schemeClr val="accent1"/>
                </a:solidFill>
                <a:latin typeface="+mj-lt"/>
              </a:rPr>
              <a:t> - paars</a:t>
            </a:r>
          </a:p>
        </p:txBody>
      </p:sp>
      <p:sp>
        <p:nvSpPr>
          <p:cNvPr id="10" name="Titel 1">
            <a:extLst>
              <a:ext uri="{FF2B5EF4-FFF2-40B4-BE49-F238E27FC236}">
                <a16:creationId xmlns:a16="http://schemas.microsoft.com/office/drawing/2014/main" id="{FF86E707-BA7F-7577-8B87-64F8C55E5FEA}"/>
              </a:ext>
            </a:extLst>
          </p:cNvPr>
          <p:cNvSpPr>
            <a:spLocks noGrp="1"/>
          </p:cNvSpPr>
          <p:nvPr>
            <p:ph type="ctrTitle" hasCustomPrompt="1"/>
          </p:nvPr>
        </p:nvSpPr>
        <p:spPr>
          <a:xfrm>
            <a:off x="719139" y="729689"/>
            <a:ext cx="4035742" cy="2351136"/>
          </a:xfrm>
        </p:spPr>
        <p:txBody>
          <a:bodyPr anchor="t"/>
          <a:lstStyle>
            <a:lvl1pPr algn="l">
              <a:lnSpc>
                <a:spcPct val="80000"/>
              </a:lnSpc>
              <a:defRPr sz="4800" b="1" i="1">
                <a:solidFill>
                  <a:schemeClr val="tx1"/>
                </a:solidFill>
              </a:defRPr>
            </a:lvl1pPr>
          </a:lstStyle>
          <a:p>
            <a:r>
              <a:rPr lang="nl-NL" noProof="0" dirty="0"/>
              <a:t>KLIK OM TITEL </a:t>
            </a:r>
            <a:br>
              <a:rPr lang="nl-NL" noProof="0" dirty="0"/>
            </a:br>
            <a:r>
              <a:rPr lang="nl-NL" noProof="0" dirty="0"/>
              <a:t>TE BEWERKEN</a:t>
            </a:r>
          </a:p>
        </p:txBody>
      </p:sp>
      <p:sp>
        <p:nvSpPr>
          <p:cNvPr id="11" name="Tijdelijke aanduiding voor tekst 6">
            <a:extLst>
              <a:ext uri="{FF2B5EF4-FFF2-40B4-BE49-F238E27FC236}">
                <a16:creationId xmlns:a16="http://schemas.microsoft.com/office/drawing/2014/main" id="{F04B5AEE-F7FF-005B-4784-BA3A7069C420}"/>
              </a:ext>
            </a:extLst>
          </p:cNvPr>
          <p:cNvSpPr>
            <a:spLocks noGrp="1"/>
          </p:cNvSpPr>
          <p:nvPr>
            <p:ph type="body" sz="quarter" idx="21" hasCustomPrompt="1"/>
          </p:nvPr>
        </p:nvSpPr>
        <p:spPr>
          <a:xfrm>
            <a:off x="6529096" y="729688"/>
            <a:ext cx="4942179" cy="5112311"/>
          </a:xfrm>
        </p:spPr>
        <p:txBody>
          <a:bodyPr/>
          <a:lstStyle>
            <a:lvl1pPr marL="0" indent="0">
              <a:buClr>
                <a:schemeClr val="tx1"/>
              </a:buClr>
              <a:buFont typeface="Arial" panose="020B0604020202020204" pitchFamily="34" charset="0"/>
              <a:buNone/>
              <a:defRPr sz="1800">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marL="0" indent="0">
              <a:buClr>
                <a:schemeClr val="tx1"/>
              </a:buClr>
              <a:buFont typeface="Arial" panose="020B0604020202020204" pitchFamily="34" charset="0"/>
              <a:buNone/>
              <a:defRPr sz="1800">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2" name="Tijdelijke aanduiding voor tekst 1">
            <a:extLst>
              <a:ext uri="{FF2B5EF4-FFF2-40B4-BE49-F238E27FC236}">
                <a16:creationId xmlns:a16="http://schemas.microsoft.com/office/drawing/2014/main" id="{0378813F-16F7-69AF-9960-6920E86F1CFC}"/>
              </a:ext>
            </a:extLst>
          </p:cNvPr>
          <p:cNvSpPr>
            <a:spLocks noGrp="1"/>
          </p:cNvSpPr>
          <p:nvPr>
            <p:ph type="body" sz="quarter" idx="23" hasCustomPrompt="1"/>
          </p:nvPr>
        </p:nvSpPr>
        <p:spPr>
          <a:xfrm>
            <a:off x="10846610" y="6321425"/>
            <a:ext cx="1345391" cy="536575"/>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GB" dirty="0"/>
              <a:t> </a:t>
            </a:r>
          </a:p>
        </p:txBody>
      </p:sp>
      <p:sp>
        <p:nvSpPr>
          <p:cNvPr id="5" name="Tijdelijke aanduiding voor tekst 4">
            <a:extLst>
              <a:ext uri="{FF2B5EF4-FFF2-40B4-BE49-F238E27FC236}">
                <a16:creationId xmlns:a16="http://schemas.microsoft.com/office/drawing/2014/main" id="{322A9FDD-4522-9D91-A3A5-CE65F459F5E6}"/>
              </a:ext>
            </a:extLst>
          </p:cNvPr>
          <p:cNvSpPr>
            <a:spLocks noGrp="1"/>
          </p:cNvSpPr>
          <p:nvPr>
            <p:ph type="body" sz="quarter" idx="24" hasCustomPrompt="1"/>
          </p:nvPr>
        </p:nvSpPr>
        <p:spPr>
          <a:xfrm>
            <a:off x="11007768" y="6401400"/>
            <a:ext cx="1074414" cy="428500"/>
          </a:xfrm>
          <a:custGeom>
            <a:avLst/>
            <a:gdLst>
              <a:gd name="connsiteX0" fmla="*/ 98758 w 1345391"/>
              <a:gd name="connsiteY0" fmla="*/ 0 h 536575"/>
              <a:gd name="connsiteX1" fmla="*/ 1345391 w 1345391"/>
              <a:gd name="connsiteY1" fmla="*/ 0 h 536575"/>
              <a:gd name="connsiteX2" fmla="*/ 1345391 w 1345391"/>
              <a:gd name="connsiteY2" fmla="*/ 536575 h 536575"/>
              <a:gd name="connsiteX3" fmla="*/ 0 w 1345391"/>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345391" h="536575">
                <a:moveTo>
                  <a:pt x="98758" y="0"/>
                </a:moveTo>
                <a:lnTo>
                  <a:pt x="1345391" y="0"/>
                </a:lnTo>
                <a:lnTo>
                  <a:pt x="1345391" y="536575"/>
                </a:lnTo>
                <a:lnTo>
                  <a:pt x="0" y="536575"/>
                </a:lnTo>
                <a:close/>
              </a:path>
            </a:pathLst>
          </a:custGeom>
          <a:blipFill>
            <a:blip>
              <a:extLst>
                <a:ext uri="{96DAC541-7B7A-43D3-8B79-37D633B846F1}">
                  <asvg:svgBlip xmlns:asvg="http://schemas.microsoft.com/office/drawing/2016/SVG/main" r:embed="rId2"/>
                </a:ext>
              </a:extLst>
            </a:blip>
            <a:srcRect/>
            <a:stretch>
              <a:fillRect l="6800" t="17950" r="6800" b="17950"/>
            </a:stretch>
          </a:blipFill>
        </p:spPr>
        <p:txBody>
          <a:bodyPr wrap="square">
            <a:noAutofit/>
          </a:bodyPr>
          <a:lstStyle>
            <a:lvl1pPr marL="0" indent="0">
              <a:buNone/>
              <a:defRPr sz="100">
                <a:solidFill>
                  <a:schemeClr val="tx1">
                    <a:alpha val="0"/>
                  </a:schemeClr>
                </a:solidFill>
              </a:defRPr>
            </a:lvl1pPr>
          </a:lstStyle>
          <a:p>
            <a:pPr lvl="0"/>
            <a:r>
              <a:rPr lang="en-GB" dirty="0"/>
              <a:t> </a:t>
            </a:r>
          </a:p>
        </p:txBody>
      </p:sp>
    </p:spTree>
    <p:extLst>
      <p:ext uri="{BB962C8B-B14F-4D97-AF65-F5344CB8AC3E}">
        <p14:creationId xmlns:p14="http://schemas.microsoft.com/office/powerpoint/2010/main" val="26132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Eindslide - rood">
    <p:bg>
      <p:bgPr>
        <a:solidFill>
          <a:schemeClr val="accent1"/>
        </a:solidFill>
        <a:effectLst/>
      </p:bgPr>
    </p:bg>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A32BAA35-2305-41B6-4721-D5114CC2C093}"/>
              </a:ext>
            </a:extLst>
          </p:cNvPr>
          <p:cNvSpPr/>
          <p:nvPr userDrawn="1"/>
        </p:nvSpPr>
        <p:spPr>
          <a:xfrm>
            <a:off x="0" y="-425941"/>
            <a:ext cx="116378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Eindslide - rood</a:t>
            </a:r>
          </a:p>
        </p:txBody>
      </p:sp>
      <p:sp>
        <p:nvSpPr>
          <p:cNvPr id="11" name="Titel 1">
            <a:extLst>
              <a:ext uri="{FF2B5EF4-FFF2-40B4-BE49-F238E27FC236}">
                <a16:creationId xmlns:a16="http://schemas.microsoft.com/office/drawing/2014/main" id="{68452E94-9C42-21AC-D048-2252F4845698}"/>
              </a:ext>
            </a:extLst>
          </p:cNvPr>
          <p:cNvSpPr>
            <a:spLocks noGrp="1"/>
          </p:cNvSpPr>
          <p:nvPr>
            <p:ph type="ctrTitle" hasCustomPrompt="1"/>
          </p:nvPr>
        </p:nvSpPr>
        <p:spPr>
          <a:xfrm>
            <a:off x="703640" y="719138"/>
            <a:ext cx="7678360" cy="1306397"/>
          </a:xfrm>
        </p:spPr>
        <p:txBody>
          <a:bodyPr anchor="t"/>
          <a:lstStyle>
            <a:lvl1pPr algn="l">
              <a:lnSpc>
                <a:spcPct val="80000"/>
              </a:lnSpc>
              <a:defRPr sz="5300" b="1" i="1">
                <a:solidFill>
                  <a:schemeClr val="bg1"/>
                </a:solidFill>
              </a:defRPr>
            </a:lvl1pPr>
          </a:lstStyle>
          <a:p>
            <a:r>
              <a:rPr lang="nl-NL" noProof="0" dirty="0"/>
              <a:t>KLIK OM TITEL</a:t>
            </a:r>
            <a:br>
              <a:rPr lang="nl-NL" noProof="0" dirty="0"/>
            </a:br>
            <a:r>
              <a:rPr lang="nl-NL" noProof="0" dirty="0"/>
              <a:t>TE BEWERKEN</a:t>
            </a:r>
          </a:p>
        </p:txBody>
      </p:sp>
      <p:sp>
        <p:nvSpPr>
          <p:cNvPr id="12" name="Tijdelijke aanduiding voor tekst 6">
            <a:extLst>
              <a:ext uri="{FF2B5EF4-FFF2-40B4-BE49-F238E27FC236}">
                <a16:creationId xmlns:a16="http://schemas.microsoft.com/office/drawing/2014/main" id="{4DF49797-13C5-D9A8-89B9-38051776A77D}"/>
              </a:ext>
            </a:extLst>
          </p:cNvPr>
          <p:cNvSpPr>
            <a:spLocks noGrp="1"/>
          </p:cNvSpPr>
          <p:nvPr>
            <p:ph type="body" sz="quarter" idx="21" hasCustomPrompt="1"/>
          </p:nvPr>
        </p:nvSpPr>
        <p:spPr>
          <a:xfrm>
            <a:off x="719138" y="2340004"/>
            <a:ext cx="6199981" cy="2593480"/>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5" name="Vrije vorm 2">
            <a:extLst>
              <a:ext uri="{FF2B5EF4-FFF2-40B4-BE49-F238E27FC236}">
                <a16:creationId xmlns:a16="http://schemas.microsoft.com/office/drawing/2014/main" id="{009BCD51-4440-C862-6487-4930A6135542}"/>
              </a:ext>
            </a:extLst>
          </p:cNvPr>
          <p:cNvSpPr/>
          <p:nvPr userDrawn="1"/>
        </p:nvSpPr>
        <p:spPr>
          <a:xfrm>
            <a:off x="9673338" y="0"/>
            <a:ext cx="2518662" cy="6852601"/>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6" name="Vrije vorm 10">
            <a:extLst>
              <a:ext uri="{FF2B5EF4-FFF2-40B4-BE49-F238E27FC236}">
                <a16:creationId xmlns:a16="http://schemas.microsoft.com/office/drawing/2014/main" id="{30317C29-4383-E1BA-2B19-A1BC48959A37}"/>
              </a:ext>
            </a:extLst>
          </p:cNvPr>
          <p:cNvSpPr/>
          <p:nvPr userDrawn="1"/>
        </p:nvSpPr>
        <p:spPr>
          <a:xfrm>
            <a:off x="8698470" y="1903928"/>
            <a:ext cx="3493530" cy="4954072"/>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7" name="Freeform 3">
            <a:extLst>
              <a:ext uri="{FF2B5EF4-FFF2-40B4-BE49-F238E27FC236}">
                <a16:creationId xmlns:a16="http://schemas.microsoft.com/office/drawing/2014/main" id="{EBDC7BCE-8D67-D6DD-873C-ED1A55703E4B}"/>
              </a:ext>
            </a:extLst>
          </p:cNvPr>
          <p:cNvSpPr>
            <a:spLocks noChangeArrowheads="1"/>
          </p:cNvSpPr>
          <p:nvPr userDrawn="1"/>
        </p:nvSpPr>
        <p:spPr bwMode="auto">
          <a:xfrm>
            <a:off x="7846850" y="4038686"/>
            <a:ext cx="3337982" cy="2819315"/>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4"/>
          </a:solidFill>
          <a:ln>
            <a:noFill/>
          </a:ln>
          <a:effectLst/>
        </p:spPr>
        <p:txBody>
          <a:bodyPr wrap="none" anchor="ctr"/>
          <a:lstStyle/>
          <a:p>
            <a:endParaRPr lang="nl-NL"/>
          </a:p>
        </p:txBody>
      </p:sp>
      <p:pic>
        <p:nvPicPr>
          <p:cNvPr id="2" name="Afbeelding 1">
            <a:extLst>
              <a:ext uri="{FF2B5EF4-FFF2-40B4-BE49-F238E27FC236}">
                <a16:creationId xmlns:a16="http://schemas.microsoft.com/office/drawing/2014/main" id="{6DBD2131-2D12-19AF-123C-3893E7B5D036}"/>
              </a:ext>
            </a:extLst>
          </p:cNvPr>
          <p:cNvPicPr>
            <a:picLocks noChangeAspect="1"/>
          </p:cNvPicPr>
          <p:nvPr userDrawn="1"/>
        </p:nvPicPr>
        <p:blipFill>
          <a:blip r:embed="rId2"/>
          <a:stretch>
            <a:fillRect/>
          </a:stretch>
        </p:blipFill>
        <p:spPr>
          <a:xfrm>
            <a:off x="719139" y="5867400"/>
            <a:ext cx="1627993" cy="476249"/>
          </a:xfrm>
          <a:prstGeom prst="rect">
            <a:avLst/>
          </a:prstGeom>
        </p:spPr>
      </p:pic>
    </p:spTree>
    <p:extLst>
      <p:ext uri="{BB962C8B-B14F-4D97-AF65-F5344CB8AC3E}">
        <p14:creationId xmlns:p14="http://schemas.microsoft.com/office/powerpoint/2010/main" val="3985437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Eindslide - blauw">
    <p:bg>
      <p:bgPr>
        <a:solidFill>
          <a:schemeClr val="accent6"/>
        </a:solidFill>
        <a:effectLst/>
      </p:bgPr>
    </p:bg>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A32BAA35-2305-41B6-4721-D5114CC2C093}"/>
              </a:ext>
            </a:extLst>
          </p:cNvPr>
          <p:cNvSpPr/>
          <p:nvPr userDrawn="1"/>
        </p:nvSpPr>
        <p:spPr>
          <a:xfrm>
            <a:off x="0" y="-425941"/>
            <a:ext cx="1266372"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Eindslide - blauw</a:t>
            </a:r>
          </a:p>
        </p:txBody>
      </p:sp>
      <p:sp>
        <p:nvSpPr>
          <p:cNvPr id="11" name="Titel 1">
            <a:extLst>
              <a:ext uri="{FF2B5EF4-FFF2-40B4-BE49-F238E27FC236}">
                <a16:creationId xmlns:a16="http://schemas.microsoft.com/office/drawing/2014/main" id="{68452E94-9C42-21AC-D048-2252F4845698}"/>
              </a:ext>
            </a:extLst>
          </p:cNvPr>
          <p:cNvSpPr>
            <a:spLocks noGrp="1"/>
          </p:cNvSpPr>
          <p:nvPr>
            <p:ph type="ctrTitle" hasCustomPrompt="1"/>
          </p:nvPr>
        </p:nvSpPr>
        <p:spPr>
          <a:xfrm>
            <a:off x="703640" y="719138"/>
            <a:ext cx="7678360" cy="1306397"/>
          </a:xfrm>
        </p:spPr>
        <p:txBody>
          <a:bodyPr anchor="t"/>
          <a:lstStyle>
            <a:lvl1pPr algn="l">
              <a:lnSpc>
                <a:spcPct val="80000"/>
              </a:lnSpc>
              <a:defRPr sz="5300" b="1" i="1">
                <a:solidFill>
                  <a:schemeClr val="bg1"/>
                </a:solidFill>
              </a:defRPr>
            </a:lvl1pPr>
          </a:lstStyle>
          <a:p>
            <a:r>
              <a:rPr lang="nl-NL" noProof="0" dirty="0"/>
              <a:t>KLIK OM TITEL</a:t>
            </a:r>
            <a:br>
              <a:rPr lang="nl-NL" noProof="0" dirty="0"/>
            </a:br>
            <a:r>
              <a:rPr lang="nl-NL" noProof="0" dirty="0"/>
              <a:t>TE BEWERKEN</a:t>
            </a:r>
          </a:p>
        </p:txBody>
      </p:sp>
      <p:sp>
        <p:nvSpPr>
          <p:cNvPr id="12" name="Tijdelijke aanduiding voor tekst 6">
            <a:extLst>
              <a:ext uri="{FF2B5EF4-FFF2-40B4-BE49-F238E27FC236}">
                <a16:creationId xmlns:a16="http://schemas.microsoft.com/office/drawing/2014/main" id="{4DF49797-13C5-D9A8-89B9-38051776A77D}"/>
              </a:ext>
            </a:extLst>
          </p:cNvPr>
          <p:cNvSpPr>
            <a:spLocks noGrp="1"/>
          </p:cNvSpPr>
          <p:nvPr>
            <p:ph type="body" sz="quarter" idx="21" hasCustomPrompt="1"/>
          </p:nvPr>
        </p:nvSpPr>
        <p:spPr>
          <a:xfrm>
            <a:off x="719138" y="2340004"/>
            <a:ext cx="6199981" cy="2593480"/>
          </a:xfrm>
        </p:spPr>
        <p:txBody>
          <a:bodyPr/>
          <a:lstStyle>
            <a:lvl1pPr marL="0" indent="0">
              <a:buClr>
                <a:schemeClr val="bg1"/>
              </a:buClr>
              <a:buNone/>
              <a:defRPr>
                <a:solidFill>
                  <a:schemeClr val="bg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5" name="Vrije vorm 2">
            <a:extLst>
              <a:ext uri="{FF2B5EF4-FFF2-40B4-BE49-F238E27FC236}">
                <a16:creationId xmlns:a16="http://schemas.microsoft.com/office/drawing/2014/main" id="{009BCD51-4440-C862-6487-4930A6135542}"/>
              </a:ext>
            </a:extLst>
          </p:cNvPr>
          <p:cNvSpPr/>
          <p:nvPr userDrawn="1"/>
        </p:nvSpPr>
        <p:spPr>
          <a:xfrm>
            <a:off x="9673338" y="0"/>
            <a:ext cx="2518662" cy="6852601"/>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6" name="Vrije vorm 10">
            <a:extLst>
              <a:ext uri="{FF2B5EF4-FFF2-40B4-BE49-F238E27FC236}">
                <a16:creationId xmlns:a16="http://schemas.microsoft.com/office/drawing/2014/main" id="{30317C29-4383-E1BA-2B19-A1BC48959A37}"/>
              </a:ext>
            </a:extLst>
          </p:cNvPr>
          <p:cNvSpPr/>
          <p:nvPr userDrawn="1"/>
        </p:nvSpPr>
        <p:spPr>
          <a:xfrm>
            <a:off x="8698470" y="1903928"/>
            <a:ext cx="3493530" cy="4954072"/>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7" name="Freeform 3">
            <a:extLst>
              <a:ext uri="{FF2B5EF4-FFF2-40B4-BE49-F238E27FC236}">
                <a16:creationId xmlns:a16="http://schemas.microsoft.com/office/drawing/2014/main" id="{EBDC7BCE-8D67-D6DD-873C-ED1A55703E4B}"/>
              </a:ext>
            </a:extLst>
          </p:cNvPr>
          <p:cNvSpPr>
            <a:spLocks noChangeArrowheads="1"/>
          </p:cNvSpPr>
          <p:nvPr userDrawn="1"/>
        </p:nvSpPr>
        <p:spPr bwMode="auto">
          <a:xfrm>
            <a:off x="7846850" y="4038686"/>
            <a:ext cx="3337982" cy="2819315"/>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4"/>
          </a:solidFill>
          <a:ln>
            <a:noFill/>
          </a:ln>
          <a:effectLst/>
        </p:spPr>
        <p:txBody>
          <a:bodyPr wrap="none" anchor="ctr"/>
          <a:lstStyle/>
          <a:p>
            <a:endParaRPr lang="nl-NL"/>
          </a:p>
        </p:txBody>
      </p:sp>
      <p:pic>
        <p:nvPicPr>
          <p:cNvPr id="4" name="Afbeelding 3">
            <a:extLst>
              <a:ext uri="{FF2B5EF4-FFF2-40B4-BE49-F238E27FC236}">
                <a16:creationId xmlns:a16="http://schemas.microsoft.com/office/drawing/2014/main" id="{524AF2AC-57A2-7F09-D4D2-FCADE09B45F5}"/>
              </a:ext>
            </a:extLst>
          </p:cNvPr>
          <p:cNvPicPr>
            <a:picLocks noChangeAspect="1"/>
          </p:cNvPicPr>
          <p:nvPr userDrawn="1"/>
        </p:nvPicPr>
        <p:blipFill>
          <a:blip r:embed="rId2"/>
          <a:stretch>
            <a:fillRect/>
          </a:stretch>
        </p:blipFill>
        <p:spPr>
          <a:xfrm>
            <a:off x="719139" y="5867400"/>
            <a:ext cx="1627993" cy="476249"/>
          </a:xfrm>
          <a:prstGeom prst="rect">
            <a:avLst/>
          </a:prstGeom>
        </p:spPr>
      </p:pic>
    </p:spTree>
    <p:extLst>
      <p:ext uri="{BB962C8B-B14F-4D97-AF65-F5344CB8AC3E}">
        <p14:creationId xmlns:p14="http://schemas.microsoft.com/office/powerpoint/2010/main" val="600004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Eindslide - wit">
    <p:bg>
      <p:bgPr>
        <a:solidFill>
          <a:schemeClr val="bg1"/>
        </a:solidFill>
        <a:effectLst/>
      </p:bgPr>
    </p:bg>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A32BAA35-2305-41B6-4721-D5114CC2C093}"/>
              </a:ext>
            </a:extLst>
          </p:cNvPr>
          <p:cNvSpPr/>
          <p:nvPr userDrawn="1"/>
        </p:nvSpPr>
        <p:spPr>
          <a:xfrm>
            <a:off x="0" y="-425941"/>
            <a:ext cx="1033937"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lang="nl-NL" sz="1600" b="0" cap="none" baseline="0" noProof="0" dirty="0">
                <a:solidFill>
                  <a:schemeClr val="accent1"/>
                </a:solidFill>
                <a:latin typeface="+mj-lt"/>
              </a:rPr>
              <a:t>Eindslide - wit</a:t>
            </a:r>
          </a:p>
        </p:txBody>
      </p:sp>
      <p:sp>
        <p:nvSpPr>
          <p:cNvPr id="11" name="Titel 1">
            <a:extLst>
              <a:ext uri="{FF2B5EF4-FFF2-40B4-BE49-F238E27FC236}">
                <a16:creationId xmlns:a16="http://schemas.microsoft.com/office/drawing/2014/main" id="{68452E94-9C42-21AC-D048-2252F4845698}"/>
              </a:ext>
            </a:extLst>
          </p:cNvPr>
          <p:cNvSpPr>
            <a:spLocks noGrp="1"/>
          </p:cNvSpPr>
          <p:nvPr>
            <p:ph type="ctrTitle" hasCustomPrompt="1"/>
          </p:nvPr>
        </p:nvSpPr>
        <p:spPr>
          <a:xfrm>
            <a:off x="703640" y="719138"/>
            <a:ext cx="7678360" cy="1306397"/>
          </a:xfrm>
        </p:spPr>
        <p:txBody>
          <a:bodyPr anchor="t"/>
          <a:lstStyle>
            <a:lvl1pPr algn="l">
              <a:lnSpc>
                <a:spcPct val="80000"/>
              </a:lnSpc>
              <a:defRPr sz="5300" b="1" i="1">
                <a:solidFill>
                  <a:schemeClr val="tx1"/>
                </a:solidFill>
              </a:defRPr>
            </a:lvl1pPr>
          </a:lstStyle>
          <a:p>
            <a:r>
              <a:rPr lang="nl-NL" noProof="0" dirty="0"/>
              <a:t>KLIK OM TITEL</a:t>
            </a:r>
            <a:br>
              <a:rPr lang="nl-NL" noProof="0" dirty="0"/>
            </a:br>
            <a:r>
              <a:rPr lang="nl-NL" noProof="0" dirty="0"/>
              <a:t>TE BEWERKEN</a:t>
            </a:r>
          </a:p>
        </p:txBody>
      </p:sp>
      <p:sp>
        <p:nvSpPr>
          <p:cNvPr id="12" name="Tijdelijke aanduiding voor tekst 6">
            <a:extLst>
              <a:ext uri="{FF2B5EF4-FFF2-40B4-BE49-F238E27FC236}">
                <a16:creationId xmlns:a16="http://schemas.microsoft.com/office/drawing/2014/main" id="{4DF49797-13C5-D9A8-89B9-38051776A77D}"/>
              </a:ext>
            </a:extLst>
          </p:cNvPr>
          <p:cNvSpPr>
            <a:spLocks noGrp="1"/>
          </p:cNvSpPr>
          <p:nvPr>
            <p:ph type="body" sz="quarter" idx="21" hasCustomPrompt="1"/>
          </p:nvPr>
        </p:nvSpPr>
        <p:spPr>
          <a:xfrm>
            <a:off x="719138" y="2340004"/>
            <a:ext cx="6199981" cy="2593480"/>
          </a:xfrm>
        </p:spPr>
        <p:txBody>
          <a:bodyPr/>
          <a:lstStyle>
            <a:lvl1pPr marL="0" indent="0">
              <a:buClr>
                <a:schemeClr val="tx1"/>
              </a:buClr>
              <a:buFont typeface="Arial" panose="020B0604020202020204" pitchFamily="34" charset="0"/>
              <a:buNone/>
              <a:defRPr>
                <a:solidFill>
                  <a:schemeClr val="tx1"/>
                </a:solidFill>
              </a:defRPr>
            </a:lvl1pPr>
            <a:lvl2pPr>
              <a:buClr>
                <a:schemeClr val="accent4"/>
              </a:buClr>
              <a:defRPr>
                <a:solidFill>
                  <a:schemeClr val="bg1"/>
                </a:solidFill>
              </a:defRPr>
            </a:lvl2pPr>
            <a:lvl3pPr>
              <a:buClr>
                <a:schemeClr val="accent5"/>
              </a:buClr>
              <a:defRPr>
                <a:solidFill>
                  <a:schemeClr val="bg1"/>
                </a:solidFill>
              </a:defRPr>
            </a:lvl3pPr>
            <a:lvl4pPr>
              <a:defRPr>
                <a:solidFill>
                  <a:schemeClr val="tx1"/>
                </a:solidFill>
              </a:defRPr>
            </a:lvl4pPr>
            <a:lvl5pPr>
              <a:defRPr>
                <a:solidFill>
                  <a:schemeClr val="bg1"/>
                </a:solidFill>
              </a:defRPr>
            </a:lvl5pPr>
            <a:lvl6pPr>
              <a:defRPr>
                <a:solidFill>
                  <a:schemeClr val="bg1"/>
                </a:solidFill>
              </a:defRPr>
            </a:lvl6pPr>
            <a:lvl7pPr>
              <a:buClr>
                <a:schemeClr val="bg1"/>
              </a:buClr>
              <a:defRPr>
                <a:solidFill>
                  <a:schemeClr val="bg1"/>
                </a:solidFill>
              </a:defRPr>
            </a:lvl7pPr>
            <a:lvl8pPr>
              <a:buClr>
                <a:schemeClr val="accent4"/>
              </a:buClr>
              <a:defRPr>
                <a:solidFill>
                  <a:schemeClr val="bg1"/>
                </a:solidFill>
              </a:defRPr>
            </a:lvl8pPr>
            <a:lvl9pPr>
              <a:defRPr>
                <a:solidFill>
                  <a:schemeClr val="bg1"/>
                </a:solidFill>
              </a:defRPr>
            </a:lvl9pPr>
          </a:lstStyle>
          <a:p>
            <a:pPr lvl="0"/>
            <a:r>
              <a:rPr lang="nl-NL" noProof="0" dirty="0"/>
              <a:t>Plaats hier je tekst…</a:t>
            </a:r>
          </a:p>
          <a:p>
            <a:pPr lvl="3"/>
            <a:endParaRPr lang="nl-NL" noProof="0" dirty="0"/>
          </a:p>
        </p:txBody>
      </p:sp>
      <p:sp>
        <p:nvSpPr>
          <p:cNvPr id="5" name="Vrije vorm 2">
            <a:extLst>
              <a:ext uri="{FF2B5EF4-FFF2-40B4-BE49-F238E27FC236}">
                <a16:creationId xmlns:a16="http://schemas.microsoft.com/office/drawing/2014/main" id="{009BCD51-4440-C862-6487-4930A6135542}"/>
              </a:ext>
            </a:extLst>
          </p:cNvPr>
          <p:cNvSpPr/>
          <p:nvPr userDrawn="1"/>
        </p:nvSpPr>
        <p:spPr>
          <a:xfrm>
            <a:off x="9673338" y="0"/>
            <a:ext cx="2518662" cy="6852601"/>
          </a:xfrm>
          <a:custGeom>
            <a:avLst/>
            <a:gdLst>
              <a:gd name="connsiteX0" fmla="*/ 2539959 w 5037323"/>
              <a:gd name="connsiteY0" fmla="*/ 0 h 13705202"/>
              <a:gd name="connsiteX1" fmla="*/ 5037323 w 5037323"/>
              <a:gd name="connsiteY1" fmla="*/ 0 h 13705202"/>
              <a:gd name="connsiteX2" fmla="*/ 5037323 w 5037323"/>
              <a:gd name="connsiteY2" fmla="*/ 13705202 h 13705202"/>
              <a:gd name="connsiteX3" fmla="*/ 1204317 w 5037323"/>
              <a:gd name="connsiteY3" fmla="*/ 13705202 h 13705202"/>
              <a:gd name="connsiteX4" fmla="*/ 25251 w 5037323"/>
              <a:gd name="connsiteY4" fmla="*/ 12257553 h 1370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7323" h="13705202">
                <a:moveTo>
                  <a:pt x="2539959" y="0"/>
                </a:moveTo>
                <a:lnTo>
                  <a:pt x="5037323" y="0"/>
                </a:lnTo>
                <a:lnTo>
                  <a:pt x="5037323" y="13705202"/>
                </a:lnTo>
                <a:lnTo>
                  <a:pt x="1204317" y="13705202"/>
                </a:lnTo>
                <a:cubicBezTo>
                  <a:pt x="442787" y="13705202"/>
                  <a:pt x="-128953" y="13005109"/>
                  <a:pt x="25251" y="1225755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6" name="Vrije vorm 10">
            <a:extLst>
              <a:ext uri="{FF2B5EF4-FFF2-40B4-BE49-F238E27FC236}">
                <a16:creationId xmlns:a16="http://schemas.microsoft.com/office/drawing/2014/main" id="{30317C29-4383-E1BA-2B19-A1BC48959A37}"/>
              </a:ext>
            </a:extLst>
          </p:cNvPr>
          <p:cNvSpPr/>
          <p:nvPr userDrawn="1"/>
        </p:nvSpPr>
        <p:spPr>
          <a:xfrm>
            <a:off x="8698470" y="1903928"/>
            <a:ext cx="3493530" cy="4954072"/>
          </a:xfrm>
          <a:custGeom>
            <a:avLst/>
            <a:gdLst>
              <a:gd name="connsiteX0" fmla="*/ 1836257 w 6987059"/>
              <a:gd name="connsiteY0" fmla="*/ 0 h 9908144"/>
              <a:gd name="connsiteX1" fmla="*/ 6987059 w 6987059"/>
              <a:gd name="connsiteY1" fmla="*/ 0 h 9908144"/>
              <a:gd name="connsiteX2" fmla="*/ 6987059 w 6987059"/>
              <a:gd name="connsiteY2" fmla="*/ 9908144 h 9908144"/>
              <a:gd name="connsiteX3" fmla="*/ 870657 w 6987059"/>
              <a:gd name="connsiteY3" fmla="*/ 9908144 h 9908144"/>
              <a:gd name="connsiteX4" fmla="*/ 18255 w 6987059"/>
              <a:gd name="connsiteY4" fmla="*/ 8861570 h 9908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7059" h="9908144">
                <a:moveTo>
                  <a:pt x="1836257" y="0"/>
                </a:moveTo>
                <a:lnTo>
                  <a:pt x="6987059" y="0"/>
                </a:lnTo>
                <a:lnTo>
                  <a:pt x="6987059" y="9908144"/>
                </a:lnTo>
                <a:lnTo>
                  <a:pt x="870657" y="9908144"/>
                </a:lnTo>
                <a:cubicBezTo>
                  <a:pt x="320113" y="9908144"/>
                  <a:pt x="-93225" y="9402014"/>
                  <a:pt x="18255" y="886157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548000" tIns="0" rIns="0" bIns="1080000" rtlCol="0" anchor="b">
            <a:noAutofit/>
          </a:bodyPr>
          <a:lstStyle/>
          <a:p>
            <a:pPr algn="l"/>
            <a:endParaRPr lang="nl-NL" sz="11500" b="1" i="1" dirty="0">
              <a:solidFill>
                <a:schemeClr val="bg2"/>
              </a:solidFill>
              <a:latin typeface="Arial" panose="020B0604020202020204" pitchFamily="34" charset="0"/>
            </a:endParaRPr>
          </a:p>
        </p:txBody>
      </p:sp>
      <p:sp>
        <p:nvSpPr>
          <p:cNvPr id="7" name="Freeform 3">
            <a:extLst>
              <a:ext uri="{FF2B5EF4-FFF2-40B4-BE49-F238E27FC236}">
                <a16:creationId xmlns:a16="http://schemas.microsoft.com/office/drawing/2014/main" id="{EBDC7BCE-8D67-D6DD-873C-ED1A55703E4B}"/>
              </a:ext>
            </a:extLst>
          </p:cNvPr>
          <p:cNvSpPr>
            <a:spLocks noChangeArrowheads="1"/>
          </p:cNvSpPr>
          <p:nvPr userDrawn="1"/>
        </p:nvSpPr>
        <p:spPr bwMode="auto">
          <a:xfrm>
            <a:off x="7846850" y="4038686"/>
            <a:ext cx="3337982" cy="2819315"/>
          </a:xfrm>
          <a:custGeom>
            <a:avLst/>
            <a:gdLst>
              <a:gd name="T0" fmla="*/ 5715 w 6841"/>
              <a:gd name="T1" fmla="*/ 5775 h 5776"/>
              <a:gd name="T2" fmla="*/ 562 w 6841"/>
              <a:gd name="T3" fmla="*/ 5775 h 5776"/>
              <a:gd name="T4" fmla="*/ 65 w 6841"/>
              <a:gd name="T5" fmla="*/ 5165 h 5776"/>
              <a:gd name="T6" fmla="*/ 1125 w 6841"/>
              <a:gd name="T7" fmla="*/ 0 h 5776"/>
              <a:gd name="T8" fmla="*/ 6278 w 6841"/>
              <a:gd name="T9" fmla="*/ 0 h 5776"/>
              <a:gd name="T10" fmla="*/ 6775 w 6841"/>
              <a:gd name="T11" fmla="*/ 610 h 5776"/>
              <a:gd name="T12" fmla="*/ 5715 w 6841"/>
              <a:gd name="T13" fmla="*/ 5775 h 5776"/>
            </a:gdLst>
            <a:ahLst/>
            <a:cxnLst>
              <a:cxn ang="0">
                <a:pos x="T0" y="T1"/>
              </a:cxn>
              <a:cxn ang="0">
                <a:pos x="T2" y="T3"/>
              </a:cxn>
              <a:cxn ang="0">
                <a:pos x="T4" y="T5"/>
              </a:cxn>
              <a:cxn ang="0">
                <a:pos x="T6" y="T7"/>
              </a:cxn>
              <a:cxn ang="0">
                <a:pos x="T8" y="T9"/>
              </a:cxn>
              <a:cxn ang="0">
                <a:pos x="T10" y="T11"/>
              </a:cxn>
              <a:cxn ang="0">
                <a:pos x="T12" y="T13"/>
              </a:cxn>
            </a:cxnLst>
            <a:rect l="0" t="0" r="r" b="b"/>
            <a:pathLst>
              <a:path w="6841" h="5776">
                <a:moveTo>
                  <a:pt x="5715" y="5775"/>
                </a:moveTo>
                <a:lnTo>
                  <a:pt x="562" y="5775"/>
                </a:lnTo>
                <a:cubicBezTo>
                  <a:pt x="241" y="5775"/>
                  <a:pt x="0" y="5480"/>
                  <a:pt x="65" y="5165"/>
                </a:cubicBezTo>
                <a:lnTo>
                  <a:pt x="1125" y="0"/>
                </a:lnTo>
                <a:lnTo>
                  <a:pt x="6278" y="0"/>
                </a:lnTo>
                <a:cubicBezTo>
                  <a:pt x="6599" y="0"/>
                  <a:pt x="6840" y="295"/>
                  <a:pt x="6775" y="610"/>
                </a:cubicBezTo>
                <a:lnTo>
                  <a:pt x="5715" y="5775"/>
                </a:lnTo>
              </a:path>
            </a:pathLst>
          </a:custGeom>
          <a:solidFill>
            <a:schemeClr val="accent5"/>
          </a:solidFill>
          <a:ln>
            <a:noFill/>
          </a:ln>
          <a:effectLst/>
        </p:spPr>
        <p:txBody>
          <a:bodyPr wrap="none" anchor="ctr"/>
          <a:lstStyle/>
          <a:p>
            <a:endParaRPr lang="nl-NL"/>
          </a:p>
        </p:txBody>
      </p:sp>
      <p:pic>
        <p:nvPicPr>
          <p:cNvPr id="3" name="Afbeelding 2" descr="Logo Avans hogeschool">
            <a:extLst>
              <a:ext uri="{FF2B5EF4-FFF2-40B4-BE49-F238E27FC236}">
                <a16:creationId xmlns:a16="http://schemas.microsoft.com/office/drawing/2014/main" id="{4AF5ED64-59E2-BA2A-54BD-CE110822E63A}"/>
              </a:ext>
            </a:extLst>
          </p:cNvPr>
          <p:cNvPicPr>
            <a:picLocks noChangeAspect="1"/>
          </p:cNvPicPr>
          <p:nvPr userDrawn="1"/>
        </p:nvPicPr>
        <p:blipFill>
          <a:blip r:embed="rId2"/>
          <a:stretch>
            <a:fillRect/>
          </a:stretch>
        </p:blipFill>
        <p:spPr>
          <a:xfrm>
            <a:off x="719139" y="5865274"/>
            <a:ext cx="1627994" cy="476249"/>
          </a:xfrm>
          <a:prstGeom prst="rect">
            <a:avLst/>
          </a:prstGeom>
        </p:spPr>
      </p:pic>
    </p:spTree>
    <p:extLst>
      <p:ext uri="{BB962C8B-B14F-4D97-AF65-F5344CB8AC3E}">
        <p14:creationId xmlns:p14="http://schemas.microsoft.com/office/powerpoint/2010/main" val="2580131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2.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10" Type="http://schemas.openxmlformats.org/officeDocument/2006/relationships/theme" Target="../theme/theme3.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6" Type="http://schemas.openxmlformats.org/officeDocument/2006/relationships/theme" Target="../theme/theme4.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slideLayout" Target="../slideLayouts/slideLayout8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0" Type="http://schemas.openxmlformats.org/officeDocument/2006/relationships/theme" Target="../theme/theme6.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19" Type="http://schemas.openxmlformats.org/officeDocument/2006/relationships/slideLayout" Target="../slideLayouts/slideLayout8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89.xml"/><Relationship Id="rId2" Type="http://schemas.openxmlformats.org/officeDocument/2006/relationships/slideLayout" Target="../slideLayouts/slideLayout88.xml"/><Relationship Id="rId1" Type="http://schemas.openxmlformats.org/officeDocument/2006/relationships/slideLayout" Target="../slideLayouts/slideLayout87.xml"/><Relationship Id="rId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720000" y="720000"/>
            <a:ext cx="10751275" cy="369025"/>
          </a:xfrm>
          <a:prstGeom prst="rect">
            <a:avLst/>
          </a:prstGeom>
        </p:spPr>
        <p:txBody>
          <a:bodyPr vert="horz" lIns="0" tIns="0" rIns="0" bIns="0" rtlCol="0" anchor="t">
            <a:noAutofit/>
          </a:bodyPr>
          <a:lstStyle/>
          <a:p>
            <a:r>
              <a:rPr lang="nl-NL" noProof="0" dirty="0"/>
              <a:t>PLAATS TITEL HIER</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720000" y="1593843"/>
            <a:ext cx="10753200" cy="4238632"/>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Subtitel #1</a:t>
            </a:r>
          </a:p>
          <a:p>
            <a:pPr lvl="5"/>
            <a:r>
              <a:rPr lang="nl-NL" noProof="0" dirty="0"/>
              <a:t>Alt. subtitel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Bronvermelding</a:t>
            </a:r>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12032" y="0"/>
            <a:ext cx="12204032" cy="6858000"/>
            <a:chOff x="-12032" y="0"/>
            <a:chExt cx="12204032" cy="6858000"/>
          </a:xfrm>
        </p:grpSpPr>
        <p:sp>
          <p:nvSpPr>
            <p:cNvPr id="8" name="Rechthoek 7">
              <a:extLst>
                <a:ext uri="{FF2B5EF4-FFF2-40B4-BE49-F238E27FC236}">
                  <a16:creationId xmlns:a16="http://schemas.microsoft.com/office/drawing/2014/main" id="{7D9988B5-FF41-44BF-9EBA-8ED0383D0B4A}"/>
                </a:ext>
              </a:extLst>
            </p:cNvPr>
            <p:cNvSpPr/>
            <p:nvPr userDrawn="1"/>
          </p:nvSpPr>
          <p:spPr>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2" name="Rechthoek 11">
              <a:extLst>
                <a:ext uri="{FF2B5EF4-FFF2-40B4-BE49-F238E27FC236}">
                  <a16:creationId xmlns:a16="http://schemas.microsoft.com/office/drawing/2014/main" id="{223B51F0-7066-4BAC-B391-CBE4243866E1}"/>
                </a:ext>
              </a:extLst>
            </p:cNvPr>
            <p:cNvSpPr/>
            <p:nvPr userDrawn="1"/>
          </p:nvSpPr>
          <p:spPr>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3" name="Rechthoek 12">
              <a:extLst>
                <a:ext uri="{FF2B5EF4-FFF2-40B4-BE49-F238E27FC236}">
                  <a16:creationId xmlns:a16="http://schemas.microsoft.com/office/drawing/2014/main" id="{986314BC-5B6A-423E-A18F-BE67EEBFD0AA}"/>
                </a:ext>
              </a:extLst>
            </p:cNvPr>
            <p:cNvSpPr/>
            <p:nvPr userDrawn="1"/>
          </p:nvSpPr>
          <p:spPr>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6" name="Rechthoek 15">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7" name="Rechthoek 16">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8" name="Rechthoek 17">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0" y="-621351"/>
            <a:ext cx="3994152" cy="180000"/>
          </a:xfrm>
          <a:prstGeom prst="rect">
            <a:avLst/>
          </a:prstGeom>
          <a:noFill/>
        </p:spPr>
        <p:txBody>
          <a:bodyPr wrap="none" lIns="0" tIns="0" rIns="0" bIns="0" rtlCol="0" anchor="b">
            <a:noAutofit/>
          </a:bodyPr>
          <a:lstStyle/>
          <a:p>
            <a:pPr algn="l"/>
            <a:r>
              <a:rPr lang="nl-NL" sz="1000" b="0" cap="all" baseline="0" noProof="0" dirty="0">
                <a:solidFill>
                  <a:schemeClr val="accent2"/>
                </a:solidFill>
                <a:latin typeface="+mn-lt"/>
              </a:rPr>
              <a:t>INDELING</a:t>
            </a:r>
          </a:p>
        </p:txBody>
      </p:sp>
    </p:spTree>
    <p:extLst>
      <p:ext uri="{BB962C8B-B14F-4D97-AF65-F5344CB8AC3E}">
        <p14:creationId xmlns:p14="http://schemas.microsoft.com/office/powerpoint/2010/main" val="2777131786"/>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Lst>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p15="http://schemas.microsoft.com/office/powerpoint/2012/main" xmlns="">
      <p:transition spd="med">
        <p:fade/>
      </p:transition>
    </mc:Fallback>
  </mc:AlternateContent>
  <p:hf sldNum="0" hdr="0"/>
  <p:txStyles>
    <p:titleStyle>
      <a:lvl1pPr algn="l" defTabSz="914400" rtl="0" eaLnBrk="1" latinLnBrk="0" hangingPunct="1">
        <a:lnSpc>
          <a:spcPct val="90000"/>
        </a:lnSpc>
        <a:spcBef>
          <a:spcPct val="0"/>
        </a:spcBef>
        <a:buNone/>
        <a:defRPr sz="3200" b="1" kern="1200" cap="all" baseline="0">
          <a:solidFill>
            <a:schemeClr val="accent1"/>
          </a:solidFill>
          <a:latin typeface="+mj-lt"/>
          <a:ea typeface="+mj-ea"/>
          <a:cs typeface="+mj-cs"/>
        </a:defRPr>
      </a:lvl1pPr>
    </p:titleStyle>
    <p:bodyStyle>
      <a:lvl1pPr marL="174625" indent="-174625" algn="l" defTabSz="914400" rtl="0" eaLnBrk="1" latinLnBrk="0" hangingPunct="1">
        <a:lnSpc>
          <a:spcPct val="120000"/>
        </a:lnSpc>
        <a:spcBef>
          <a:spcPts val="6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120000"/>
        </a:lnSpc>
        <a:spcBef>
          <a:spcPts val="600"/>
        </a:spcBef>
        <a:spcAft>
          <a:spcPts val="600"/>
        </a:spcAft>
        <a:buClr>
          <a:schemeClr val="accent3"/>
        </a:buClr>
        <a:buFont typeface="Arial" panose="020B0604020202020204" pitchFamily="34" charset="0"/>
        <a:buChar char="•"/>
        <a:tabLst/>
        <a:defRPr sz="1600" kern="1200">
          <a:solidFill>
            <a:schemeClr val="tx1"/>
          </a:solidFill>
          <a:latin typeface="+mn-lt"/>
          <a:ea typeface="+mn-ea"/>
          <a:cs typeface="+mn-cs"/>
        </a:defRPr>
      </a:lvl2pPr>
      <a:lvl3pPr marL="531813" indent="-171450" algn="l" defTabSz="914400" rtl="0" eaLnBrk="1" latinLnBrk="0" hangingPunct="1">
        <a:lnSpc>
          <a:spcPct val="120000"/>
        </a:lnSpc>
        <a:spcBef>
          <a:spcPts val="600"/>
        </a:spcBef>
        <a:spcAft>
          <a:spcPts val="600"/>
        </a:spcAft>
        <a:buClr>
          <a:schemeClr val="accent4"/>
        </a:buClr>
        <a:buFont typeface="Segoe UI Light" panose="020B0502040204020203" pitchFamily="34" charset="0"/>
        <a:buChar char="–"/>
        <a:defRPr sz="1400" kern="1200">
          <a:solidFill>
            <a:schemeClr val="tx1"/>
          </a:solidFill>
          <a:latin typeface="+mn-lt"/>
          <a:ea typeface="+mn-ea"/>
          <a:cs typeface="+mn-cs"/>
        </a:defRPr>
      </a:lvl3pPr>
      <a:lvl4pPr marL="0" indent="0" algn="l" defTabSz="914400" rtl="0" eaLnBrk="1" latinLnBrk="0" hangingPunct="1">
        <a:lnSpc>
          <a:spcPct val="12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120000"/>
        </a:lnSpc>
        <a:spcBef>
          <a:spcPts val="600"/>
        </a:spcBef>
        <a:spcAft>
          <a:spcPts val="600"/>
        </a:spcAft>
        <a:buFont typeface="Arial" panose="020B06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800" b="0" kern="1200" cap="none" baseline="0">
          <a:solidFill>
            <a:schemeClr val="tx1"/>
          </a:solidFill>
          <a:latin typeface="+mj-lt"/>
          <a:ea typeface="+mn-ea"/>
          <a:cs typeface="+mn-cs"/>
        </a:defRPr>
      </a:lvl6pPr>
      <a:lvl7pPr marL="268288" indent="-268288" algn="l" defTabSz="914400" rtl="0" eaLnBrk="1" latinLnBrk="0" hangingPunct="1">
        <a:lnSpc>
          <a:spcPct val="12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536575" indent="-268288" algn="l" defTabSz="914400" rtl="0" eaLnBrk="1" latinLnBrk="0" hangingPunct="1">
        <a:lnSpc>
          <a:spcPct val="120000"/>
        </a:lnSpc>
        <a:spcBef>
          <a:spcPts val="600"/>
        </a:spcBef>
        <a:spcAft>
          <a:spcPts val="600"/>
        </a:spcAft>
        <a:buClr>
          <a:schemeClr val="accent2"/>
        </a:buClr>
        <a:buFont typeface="+mj-lt"/>
        <a:buAutoNum type="alphaLcPeriod"/>
        <a:defRPr sz="1400" kern="1200">
          <a:solidFill>
            <a:schemeClr val="tx1"/>
          </a:solidFill>
          <a:latin typeface="+mn-lt"/>
          <a:ea typeface="+mn-ea"/>
          <a:cs typeface="+mn-cs"/>
        </a:defRPr>
      </a:lvl8pPr>
      <a:lvl9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100" i="1"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A4A3A4"/>
          </p15:clr>
        </p15:guide>
        <p15:guide id="2" pos="453" userDrawn="1">
          <p15:clr>
            <a:srgbClr val="A4A3A4"/>
          </p15:clr>
        </p15:guide>
        <p15:guide id="3" orient="horz" pos="3680" userDrawn="1">
          <p15:clr>
            <a:srgbClr val="A4A3A4"/>
          </p15:clr>
        </p15:guide>
        <p15:guide id="6" pos="7226" userDrawn="1">
          <p15:clr>
            <a:srgbClr val="A4A3A4"/>
          </p15:clr>
        </p15:guide>
        <p15:guide id="9" orient="horz" pos="453" userDrawn="1">
          <p15:clr>
            <a:srgbClr val="A4A3A4"/>
          </p15:clr>
        </p15:guide>
        <p15:guide id="10" orient="horz" pos="686" userDrawn="1">
          <p15:clr>
            <a:srgbClr val="A4A3A4"/>
          </p15:clr>
        </p15:guide>
        <p15:guide id="12" orient="horz" pos="3996" userDrawn="1">
          <p15:clr>
            <a:srgbClr val="A4A3A4"/>
          </p15:clr>
        </p15:guide>
        <p15:guide id="13" pos="7680" userDrawn="1">
          <p15:clr>
            <a:srgbClr val="F26B43"/>
          </p15:clr>
        </p15:guide>
        <p15:guide id="14" orient="horz" pos="4320" userDrawn="1">
          <p15:clr>
            <a:srgbClr val="F26B43"/>
          </p15:clr>
        </p15:guide>
        <p15:guide id="15" orient="horz" pos="4088" userDrawn="1">
          <p15:clr>
            <a:srgbClr val="A4A3A4"/>
          </p15:clr>
        </p15:guide>
        <p15:guide id="16" userDrawn="1">
          <p15:clr>
            <a:srgbClr val="F26B43"/>
          </p15:clr>
        </p15:guide>
        <p15:guide id="17" orient="horz"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720000" y="720000"/>
            <a:ext cx="10751275" cy="369025"/>
          </a:xfrm>
          <a:prstGeom prst="rect">
            <a:avLst/>
          </a:prstGeom>
        </p:spPr>
        <p:txBody>
          <a:bodyPr vert="horz" lIns="0" tIns="0" rIns="0" bIns="0" rtlCol="0" anchor="t">
            <a:noAutofit/>
          </a:bodyPr>
          <a:lstStyle/>
          <a:p>
            <a:r>
              <a:rPr lang="nl-NL" noProof="0" dirty="0"/>
              <a:t>Plaats titel hier</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720000" y="1593843"/>
            <a:ext cx="10753200" cy="4238632"/>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Subtitel #1</a:t>
            </a:r>
          </a:p>
          <a:p>
            <a:pPr lvl="5"/>
            <a:r>
              <a:rPr lang="nl-NL" noProof="0" dirty="0"/>
              <a:t>Alt. subtitel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Bronvermelding</a:t>
            </a:r>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12032" y="0"/>
            <a:ext cx="12204032" cy="6858000"/>
            <a:chOff x="-12032" y="0"/>
            <a:chExt cx="12204032" cy="6858000"/>
          </a:xfrm>
        </p:grpSpPr>
        <p:sp>
          <p:nvSpPr>
            <p:cNvPr id="8" name="Rechthoek 7" hidden="1">
              <a:extLst>
                <a:ext uri="{FF2B5EF4-FFF2-40B4-BE49-F238E27FC236}">
                  <a16:creationId xmlns:a16="http://schemas.microsoft.com/office/drawing/2014/main" id="{7D9988B5-FF41-44BF-9EBA-8ED0383D0B4A}"/>
                </a:ext>
              </a:extLst>
            </p:cNvPr>
            <p:cNvSpPr/>
            <p:nvPr userDrawn="1"/>
          </p:nvSpPr>
          <p:spPr>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2" name="Rechthoek 11" hidden="1">
              <a:extLst>
                <a:ext uri="{FF2B5EF4-FFF2-40B4-BE49-F238E27FC236}">
                  <a16:creationId xmlns:a16="http://schemas.microsoft.com/office/drawing/2014/main" id="{223B51F0-7066-4BAC-B391-CBE4243866E1}"/>
                </a:ext>
              </a:extLst>
            </p:cNvPr>
            <p:cNvSpPr/>
            <p:nvPr userDrawn="1"/>
          </p:nvSpPr>
          <p:spPr>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3" name="Rechthoek 12" hidden="1">
              <a:extLst>
                <a:ext uri="{FF2B5EF4-FFF2-40B4-BE49-F238E27FC236}">
                  <a16:creationId xmlns:a16="http://schemas.microsoft.com/office/drawing/2014/main" id="{986314BC-5B6A-423E-A18F-BE67EEBFD0AA}"/>
                </a:ext>
              </a:extLst>
            </p:cNvPr>
            <p:cNvSpPr/>
            <p:nvPr userDrawn="1"/>
          </p:nvSpPr>
          <p:spPr>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6" name="Rechthoek 15" hidden="1">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7" name="Rechthoek 16" hidden="1">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8" name="Rechthoek 17" hidden="1">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0" y="-621351"/>
            <a:ext cx="3994152" cy="180000"/>
          </a:xfrm>
          <a:prstGeom prst="rect">
            <a:avLst/>
          </a:prstGeom>
          <a:noFill/>
        </p:spPr>
        <p:txBody>
          <a:bodyPr wrap="none" lIns="0" tIns="0" rIns="0" bIns="0" rtlCol="0" anchor="b">
            <a:noAutofit/>
          </a:bodyPr>
          <a:lstStyle/>
          <a:p>
            <a:pPr algn="l"/>
            <a:r>
              <a:rPr lang="nl-NL" sz="1000" b="0" cap="all" baseline="0" noProof="0" dirty="0">
                <a:solidFill>
                  <a:schemeClr val="accent2"/>
                </a:solidFill>
                <a:latin typeface="+mn-lt"/>
              </a:rPr>
              <a:t>INDELING</a:t>
            </a:r>
          </a:p>
        </p:txBody>
      </p:sp>
      <p:sp>
        <p:nvSpPr>
          <p:cNvPr id="4" name="Tijdelijke aanduiding voor datum 3">
            <a:extLst>
              <a:ext uri="{FF2B5EF4-FFF2-40B4-BE49-F238E27FC236}">
                <a16:creationId xmlns:a16="http://schemas.microsoft.com/office/drawing/2014/main" id="{04CC820A-A81A-5885-E8AD-8BBD22D4FF6D}"/>
              </a:ext>
            </a:extLst>
          </p:cNvPr>
          <p:cNvSpPr>
            <a:spLocks noGrp="1"/>
          </p:cNvSpPr>
          <p:nvPr>
            <p:ph type="dt" sz="half" idx="2"/>
          </p:nvPr>
        </p:nvSpPr>
        <p:spPr>
          <a:xfrm>
            <a:off x="9330612" y="6207054"/>
            <a:ext cx="1179613" cy="365125"/>
          </a:xfrm>
          <a:prstGeom prst="rect">
            <a:avLst/>
          </a:prstGeom>
        </p:spPr>
        <p:txBody>
          <a:bodyPr vert="horz" lIns="91440" tIns="45720" rIns="91440" bIns="45720" rtlCol="0" anchor="ctr"/>
          <a:lstStyle>
            <a:lvl1pPr algn="l">
              <a:defRPr sz="1200" b="1">
                <a:solidFill>
                  <a:schemeClr val="tx1"/>
                </a:solidFill>
                <a:latin typeface="+mj-lt"/>
              </a:defRPr>
            </a:lvl1pPr>
          </a:lstStyle>
          <a:p>
            <a:endParaRPr lang="nl-NL" dirty="0"/>
          </a:p>
        </p:txBody>
      </p:sp>
      <p:sp>
        <p:nvSpPr>
          <p:cNvPr id="5" name="Tijdelijke aanduiding voor voettekst 4">
            <a:extLst>
              <a:ext uri="{FF2B5EF4-FFF2-40B4-BE49-F238E27FC236}">
                <a16:creationId xmlns:a16="http://schemas.microsoft.com/office/drawing/2014/main" id="{7CCDC0E2-E5FB-DB44-18A8-46B8FA46C5F7}"/>
              </a:ext>
            </a:extLst>
          </p:cNvPr>
          <p:cNvSpPr>
            <a:spLocks noGrp="1"/>
          </p:cNvSpPr>
          <p:nvPr>
            <p:ph type="ftr" sz="quarter" idx="3"/>
          </p:nvPr>
        </p:nvSpPr>
        <p:spPr>
          <a:xfrm>
            <a:off x="719138" y="6207054"/>
            <a:ext cx="4114800" cy="365125"/>
          </a:xfrm>
          <a:prstGeom prst="rect">
            <a:avLst/>
          </a:prstGeom>
        </p:spPr>
        <p:txBody>
          <a:bodyPr vert="horz" lIns="91440" tIns="45720" rIns="91440" bIns="45720" rtlCol="0" anchor="ctr"/>
          <a:lstStyle>
            <a:lvl1pPr algn="l">
              <a:defRPr sz="1200" b="1">
                <a:solidFill>
                  <a:schemeClr val="tx1"/>
                </a:solidFill>
                <a:latin typeface="+mj-lt"/>
              </a:defRPr>
            </a:lvl1pPr>
          </a:lstStyle>
          <a:p>
            <a:endParaRPr lang="nl-NL" dirty="0"/>
          </a:p>
        </p:txBody>
      </p:sp>
    </p:spTree>
    <p:extLst>
      <p:ext uri="{BB962C8B-B14F-4D97-AF65-F5344CB8AC3E}">
        <p14:creationId xmlns:p14="http://schemas.microsoft.com/office/powerpoint/2010/main" val="498837142"/>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Lst>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p15="http://schemas.microsoft.com/office/powerpoint/2012/main" xmlns="">
      <p:transition spd="med">
        <p:fade/>
      </p:transition>
    </mc:Fallback>
  </mc:AlternateContent>
  <p:hf sldNum="0" hdr="0"/>
  <p:txStyles>
    <p:titleStyle>
      <a:lvl1pPr algn="l" defTabSz="914400" rtl="0" eaLnBrk="1" latinLnBrk="0" hangingPunct="1">
        <a:lnSpc>
          <a:spcPct val="90000"/>
        </a:lnSpc>
        <a:spcBef>
          <a:spcPct val="0"/>
        </a:spcBef>
        <a:buNone/>
        <a:defRPr sz="3200" b="1" kern="1200" cap="all" baseline="0">
          <a:solidFill>
            <a:schemeClr val="accent1"/>
          </a:solidFill>
          <a:latin typeface="+mn-lt"/>
          <a:ea typeface="+mj-ea"/>
          <a:cs typeface="+mj-cs"/>
        </a:defRPr>
      </a:lvl1pPr>
    </p:titleStyle>
    <p:bodyStyle>
      <a:lvl1pPr marL="174625" indent="-174625" algn="l" defTabSz="914400" rtl="0" eaLnBrk="1" latinLnBrk="0" hangingPunct="1">
        <a:lnSpc>
          <a:spcPct val="120000"/>
        </a:lnSpc>
        <a:spcBef>
          <a:spcPts val="6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120000"/>
        </a:lnSpc>
        <a:spcBef>
          <a:spcPts val="600"/>
        </a:spcBef>
        <a:spcAft>
          <a:spcPts val="600"/>
        </a:spcAft>
        <a:buClr>
          <a:schemeClr val="accent3"/>
        </a:buClr>
        <a:buFont typeface="Arial" panose="020B0604020202020204" pitchFamily="34" charset="0"/>
        <a:buChar char="•"/>
        <a:tabLst/>
        <a:defRPr sz="1600" kern="1200">
          <a:solidFill>
            <a:schemeClr val="tx1"/>
          </a:solidFill>
          <a:latin typeface="+mn-lt"/>
          <a:ea typeface="+mn-ea"/>
          <a:cs typeface="+mn-cs"/>
        </a:defRPr>
      </a:lvl2pPr>
      <a:lvl3pPr marL="531813" indent="-171450" algn="l" defTabSz="914400" rtl="0" eaLnBrk="1" latinLnBrk="0" hangingPunct="1">
        <a:lnSpc>
          <a:spcPct val="120000"/>
        </a:lnSpc>
        <a:spcBef>
          <a:spcPts val="600"/>
        </a:spcBef>
        <a:spcAft>
          <a:spcPts val="600"/>
        </a:spcAft>
        <a:buClr>
          <a:schemeClr val="accent4"/>
        </a:buClr>
        <a:buFont typeface="Segoe UI Light" panose="020B0502040204020203" pitchFamily="34" charset="0"/>
        <a:buChar char="–"/>
        <a:defRPr sz="1400" kern="1200">
          <a:solidFill>
            <a:schemeClr val="tx1"/>
          </a:solidFill>
          <a:latin typeface="+mn-lt"/>
          <a:ea typeface="+mn-ea"/>
          <a:cs typeface="+mn-cs"/>
        </a:defRPr>
      </a:lvl3pPr>
      <a:lvl4pPr marL="0" indent="0" algn="l" defTabSz="914400" rtl="0" eaLnBrk="1" latinLnBrk="0" hangingPunct="1">
        <a:lnSpc>
          <a:spcPct val="12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120000"/>
        </a:lnSpc>
        <a:spcBef>
          <a:spcPts val="600"/>
        </a:spcBef>
        <a:spcAft>
          <a:spcPts val="600"/>
        </a:spcAft>
        <a:buFont typeface="Arial" panose="020B06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800" b="0" kern="1200" cap="none" baseline="0">
          <a:solidFill>
            <a:schemeClr val="tx1"/>
          </a:solidFill>
          <a:latin typeface="+mj-lt"/>
          <a:ea typeface="+mn-ea"/>
          <a:cs typeface="+mn-cs"/>
        </a:defRPr>
      </a:lvl6pPr>
      <a:lvl7pPr marL="268288" indent="-268288" algn="l" defTabSz="914400" rtl="0" eaLnBrk="1" latinLnBrk="0" hangingPunct="1">
        <a:lnSpc>
          <a:spcPct val="12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536575" indent="-268288" algn="l" defTabSz="914400" rtl="0" eaLnBrk="1" latinLnBrk="0" hangingPunct="1">
        <a:lnSpc>
          <a:spcPct val="120000"/>
        </a:lnSpc>
        <a:spcBef>
          <a:spcPts val="600"/>
        </a:spcBef>
        <a:spcAft>
          <a:spcPts val="600"/>
        </a:spcAft>
        <a:buClr>
          <a:schemeClr val="accent2"/>
        </a:buClr>
        <a:buFont typeface="+mj-lt"/>
        <a:buAutoNum type="alphaLcPeriod"/>
        <a:defRPr sz="1400" kern="1200">
          <a:solidFill>
            <a:schemeClr val="tx1"/>
          </a:solidFill>
          <a:latin typeface="+mn-lt"/>
          <a:ea typeface="+mn-ea"/>
          <a:cs typeface="+mn-cs"/>
        </a:defRPr>
      </a:lvl8pPr>
      <a:lvl9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100" i="1"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A4A3A4"/>
          </p15:clr>
        </p15:guide>
        <p15:guide id="2" pos="453" userDrawn="1">
          <p15:clr>
            <a:srgbClr val="A4A3A4"/>
          </p15:clr>
        </p15:guide>
        <p15:guide id="3" orient="horz" pos="3680" userDrawn="1">
          <p15:clr>
            <a:srgbClr val="A4A3A4"/>
          </p15:clr>
        </p15:guide>
        <p15:guide id="6" pos="7226" userDrawn="1">
          <p15:clr>
            <a:srgbClr val="A4A3A4"/>
          </p15:clr>
        </p15:guide>
        <p15:guide id="9" orient="horz" pos="453" userDrawn="1">
          <p15:clr>
            <a:srgbClr val="A4A3A4"/>
          </p15:clr>
        </p15:guide>
        <p15:guide id="10" orient="horz" pos="687" userDrawn="1">
          <p15:clr>
            <a:srgbClr val="A4A3A4"/>
          </p15:clr>
        </p15:guide>
        <p15:guide id="12" orient="horz" pos="3997" userDrawn="1">
          <p15:clr>
            <a:srgbClr val="A4A3A4"/>
          </p15:clr>
        </p15:guide>
        <p15:guide id="13" pos="7680" userDrawn="1">
          <p15:clr>
            <a:srgbClr val="F26B43"/>
          </p15:clr>
        </p15:guide>
        <p15:guide id="14" orient="horz" pos="4315" userDrawn="1">
          <p15:clr>
            <a:srgbClr val="F26B43"/>
          </p15:clr>
        </p15:guide>
        <p15:guide id="15" orient="horz" pos="4088" userDrawn="1">
          <p15:clr>
            <a:srgbClr val="A4A3A4"/>
          </p15:clr>
        </p15:guide>
        <p15:guide id="16" userDrawn="1">
          <p15:clr>
            <a:srgbClr val="F26B43"/>
          </p15:clr>
        </p15:guide>
        <p15:guide id="17" orient="horz"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720000" y="720000"/>
            <a:ext cx="10751275" cy="369025"/>
          </a:xfrm>
          <a:prstGeom prst="rect">
            <a:avLst/>
          </a:prstGeom>
        </p:spPr>
        <p:txBody>
          <a:bodyPr vert="horz" lIns="0" tIns="0" rIns="0" bIns="0" rtlCol="0" anchor="t">
            <a:noAutofit/>
          </a:bodyPr>
          <a:lstStyle/>
          <a:p>
            <a:r>
              <a:rPr lang="nl-NL" noProof="0" dirty="0"/>
              <a:t>Plaats titel hier</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720000" y="1593843"/>
            <a:ext cx="10753200" cy="4238632"/>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Subtitel #1</a:t>
            </a:r>
          </a:p>
          <a:p>
            <a:pPr lvl="5"/>
            <a:r>
              <a:rPr lang="nl-NL" noProof="0" dirty="0"/>
              <a:t>Alt. subtitel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Bronvermelding</a:t>
            </a:r>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12032" y="0"/>
            <a:ext cx="12204032" cy="6858000"/>
            <a:chOff x="-12032" y="0"/>
            <a:chExt cx="12204032" cy="6858000"/>
          </a:xfrm>
        </p:grpSpPr>
        <p:sp>
          <p:nvSpPr>
            <p:cNvPr id="8" name="Rechthoek 7">
              <a:extLst>
                <a:ext uri="{FF2B5EF4-FFF2-40B4-BE49-F238E27FC236}">
                  <a16:creationId xmlns:a16="http://schemas.microsoft.com/office/drawing/2014/main" id="{7D9988B5-FF41-44BF-9EBA-8ED0383D0B4A}"/>
                </a:ext>
              </a:extLst>
            </p:cNvPr>
            <p:cNvSpPr/>
            <p:nvPr userDrawn="1"/>
          </p:nvSpPr>
          <p:spPr>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2" name="Rechthoek 11">
              <a:extLst>
                <a:ext uri="{FF2B5EF4-FFF2-40B4-BE49-F238E27FC236}">
                  <a16:creationId xmlns:a16="http://schemas.microsoft.com/office/drawing/2014/main" id="{223B51F0-7066-4BAC-B391-CBE4243866E1}"/>
                </a:ext>
              </a:extLst>
            </p:cNvPr>
            <p:cNvSpPr/>
            <p:nvPr userDrawn="1"/>
          </p:nvSpPr>
          <p:spPr>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3" name="Rechthoek 12">
              <a:extLst>
                <a:ext uri="{FF2B5EF4-FFF2-40B4-BE49-F238E27FC236}">
                  <a16:creationId xmlns:a16="http://schemas.microsoft.com/office/drawing/2014/main" id="{986314BC-5B6A-423E-A18F-BE67EEBFD0AA}"/>
                </a:ext>
              </a:extLst>
            </p:cNvPr>
            <p:cNvSpPr/>
            <p:nvPr userDrawn="1"/>
          </p:nvSpPr>
          <p:spPr>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6" name="Rechthoek 15">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7" name="Rechthoek 16">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8" name="Rechthoek 17">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0" y="-621351"/>
            <a:ext cx="3994152" cy="180000"/>
          </a:xfrm>
          <a:prstGeom prst="rect">
            <a:avLst/>
          </a:prstGeom>
          <a:noFill/>
        </p:spPr>
        <p:txBody>
          <a:bodyPr wrap="none" lIns="0" tIns="0" rIns="0" bIns="0" rtlCol="0" anchor="b">
            <a:noAutofit/>
          </a:bodyPr>
          <a:lstStyle/>
          <a:p>
            <a:pPr algn="l"/>
            <a:r>
              <a:rPr lang="nl-NL" sz="1000" b="0" cap="all" baseline="0" noProof="0" dirty="0">
                <a:solidFill>
                  <a:schemeClr val="accent2"/>
                </a:solidFill>
                <a:latin typeface="+mn-lt"/>
              </a:rPr>
              <a:t>INDELING</a:t>
            </a:r>
          </a:p>
        </p:txBody>
      </p:sp>
      <p:sp>
        <p:nvSpPr>
          <p:cNvPr id="10" name="Tijdelijke aanduiding voor datum 3">
            <a:extLst>
              <a:ext uri="{FF2B5EF4-FFF2-40B4-BE49-F238E27FC236}">
                <a16:creationId xmlns:a16="http://schemas.microsoft.com/office/drawing/2014/main" id="{69E07FE6-61B4-6E6F-1F23-8D9883F0C12B}"/>
              </a:ext>
            </a:extLst>
          </p:cNvPr>
          <p:cNvSpPr>
            <a:spLocks noGrp="1"/>
          </p:cNvSpPr>
          <p:nvPr>
            <p:ph type="dt" sz="half" idx="2"/>
          </p:nvPr>
        </p:nvSpPr>
        <p:spPr>
          <a:xfrm>
            <a:off x="9330612" y="6207054"/>
            <a:ext cx="1179613" cy="365125"/>
          </a:xfrm>
          <a:prstGeom prst="rect">
            <a:avLst/>
          </a:prstGeom>
        </p:spPr>
        <p:txBody>
          <a:bodyPr vert="horz" lIns="91440" tIns="45720" rIns="91440" bIns="45720" rtlCol="0" anchor="ctr"/>
          <a:lstStyle>
            <a:lvl1pPr algn="l">
              <a:defRPr sz="1200" b="1">
                <a:solidFill>
                  <a:schemeClr val="tx1"/>
                </a:solidFill>
                <a:latin typeface="+mj-lt"/>
              </a:defRPr>
            </a:lvl1pPr>
          </a:lstStyle>
          <a:p>
            <a:endParaRPr lang="nl-NL" dirty="0"/>
          </a:p>
        </p:txBody>
      </p:sp>
      <p:sp>
        <p:nvSpPr>
          <p:cNvPr id="11" name="Tijdelijke aanduiding voor voettekst 4">
            <a:extLst>
              <a:ext uri="{FF2B5EF4-FFF2-40B4-BE49-F238E27FC236}">
                <a16:creationId xmlns:a16="http://schemas.microsoft.com/office/drawing/2014/main" id="{053B7EE1-18C0-4758-E25C-B05D02A341AB}"/>
              </a:ext>
            </a:extLst>
          </p:cNvPr>
          <p:cNvSpPr>
            <a:spLocks noGrp="1"/>
          </p:cNvSpPr>
          <p:nvPr>
            <p:ph type="ftr" sz="quarter" idx="3"/>
          </p:nvPr>
        </p:nvSpPr>
        <p:spPr>
          <a:xfrm>
            <a:off x="719138" y="6207054"/>
            <a:ext cx="4114800" cy="365125"/>
          </a:xfrm>
          <a:prstGeom prst="rect">
            <a:avLst/>
          </a:prstGeom>
        </p:spPr>
        <p:txBody>
          <a:bodyPr vert="horz" lIns="91440" tIns="45720" rIns="91440" bIns="45720" rtlCol="0" anchor="ctr"/>
          <a:lstStyle>
            <a:lvl1pPr algn="l">
              <a:defRPr sz="1200" b="1">
                <a:solidFill>
                  <a:schemeClr val="tx1"/>
                </a:solidFill>
                <a:latin typeface="+mj-lt"/>
              </a:defRPr>
            </a:lvl1pPr>
          </a:lstStyle>
          <a:p>
            <a:endParaRPr lang="nl-NL" dirty="0"/>
          </a:p>
        </p:txBody>
      </p:sp>
    </p:spTree>
    <p:extLst>
      <p:ext uri="{BB962C8B-B14F-4D97-AF65-F5344CB8AC3E}">
        <p14:creationId xmlns:p14="http://schemas.microsoft.com/office/powerpoint/2010/main" val="7779282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Lst>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p15="http://schemas.microsoft.com/office/powerpoint/2012/main" xmlns="">
      <p:transition spd="med">
        <p:fade/>
      </p:transition>
    </mc:Fallback>
  </mc:AlternateContent>
  <p:hf sldNum="0" hdr="0"/>
  <p:txStyles>
    <p:titleStyle>
      <a:lvl1pPr algn="l" defTabSz="914400" rtl="0" eaLnBrk="1" latinLnBrk="0" hangingPunct="1">
        <a:lnSpc>
          <a:spcPct val="90000"/>
        </a:lnSpc>
        <a:spcBef>
          <a:spcPct val="0"/>
        </a:spcBef>
        <a:buNone/>
        <a:defRPr sz="3200" b="1" kern="1200" cap="all" baseline="0">
          <a:solidFill>
            <a:schemeClr val="accent1"/>
          </a:solidFill>
          <a:latin typeface="+mn-lt"/>
          <a:ea typeface="+mj-ea"/>
          <a:cs typeface="+mj-cs"/>
        </a:defRPr>
      </a:lvl1pPr>
    </p:titleStyle>
    <p:bodyStyle>
      <a:lvl1pPr marL="174625" indent="-174625" algn="l" defTabSz="914400" rtl="0" eaLnBrk="1" latinLnBrk="0" hangingPunct="1">
        <a:lnSpc>
          <a:spcPct val="120000"/>
        </a:lnSpc>
        <a:spcBef>
          <a:spcPts val="6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120000"/>
        </a:lnSpc>
        <a:spcBef>
          <a:spcPts val="600"/>
        </a:spcBef>
        <a:spcAft>
          <a:spcPts val="600"/>
        </a:spcAft>
        <a:buClr>
          <a:schemeClr val="accent3"/>
        </a:buClr>
        <a:buFont typeface="Arial" panose="020B0604020202020204" pitchFamily="34" charset="0"/>
        <a:buChar char="•"/>
        <a:tabLst/>
        <a:defRPr sz="1600" kern="1200">
          <a:solidFill>
            <a:schemeClr val="tx1"/>
          </a:solidFill>
          <a:latin typeface="+mn-lt"/>
          <a:ea typeface="+mn-ea"/>
          <a:cs typeface="+mn-cs"/>
        </a:defRPr>
      </a:lvl2pPr>
      <a:lvl3pPr marL="531813" indent="-171450" algn="l" defTabSz="914400" rtl="0" eaLnBrk="1" latinLnBrk="0" hangingPunct="1">
        <a:lnSpc>
          <a:spcPct val="120000"/>
        </a:lnSpc>
        <a:spcBef>
          <a:spcPts val="600"/>
        </a:spcBef>
        <a:spcAft>
          <a:spcPts val="600"/>
        </a:spcAft>
        <a:buClr>
          <a:schemeClr val="accent4"/>
        </a:buClr>
        <a:buFont typeface="Segoe UI Light" panose="020B0502040204020203" pitchFamily="34" charset="0"/>
        <a:buChar char="–"/>
        <a:defRPr sz="1400" kern="1200">
          <a:solidFill>
            <a:schemeClr val="tx1"/>
          </a:solidFill>
          <a:latin typeface="+mn-lt"/>
          <a:ea typeface="+mn-ea"/>
          <a:cs typeface="+mn-cs"/>
        </a:defRPr>
      </a:lvl3pPr>
      <a:lvl4pPr marL="0" indent="0" algn="l" defTabSz="914400" rtl="0" eaLnBrk="1" latinLnBrk="0" hangingPunct="1">
        <a:lnSpc>
          <a:spcPct val="12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120000"/>
        </a:lnSpc>
        <a:spcBef>
          <a:spcPts val="600"/>
        </a:spcBef>
        <a:spcAft>
          <a:spcPts val="600"/>
        </a:spcAft>
        <a:buFont typeface="Arial" panose="020B06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800" b="0" kern="1200" cap="none" baseline="0">
          <a:solidFill>
            <a:schemeClr val="tx1"/>
          </a:solidFill>
          <a:latin typeface="+mj-lt"/>
          <a:ea typeface="+mn-ea"/>
          <a:cs typeface="+mn-cs"/>
        </a:defRPr>
      </a:lvl6pPr>
      <a:lvl7pPr marL="268288" indent="-268288" algn="l" defTabSz="914400" rtl="0" eaLnBrk="1" latinLnBrk="0" hangingPunct="1">
        <a:lnSpc>
          <a:spcPct val="12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536575" indent="-268288" algn="l" defTabSz="914400" rtl="0" eaLnBrk="1" latinLnBrk="0" hangingPunct="1">
        <a:lnSpc>
          <a:spcPct val="120000"/>
        </a:lnSpc>
        <a:spcBef>
          <a:spcPts val="600"/>
        </a:spcBef>
        <a:spcAft>
          <a:spcPts val="600"/>
        </a:spcAft>
        <a:buClr>
          <a:schemeClr val="accent2"/>
        </a:buClr>
        <a:buFont typeface="+mj-lt"/>
        <a:buAutoNum type="alphaLcPeriod"/>
        <a:defRPr sz="1400" kern="1200">
          <a:solidFill>
            <a:schemeClr val="tx1"/>
          </a:solidFill>
          <a:latin typeface="+mn-lt"/>
          <a:ea typeface="+mn-ea"/>
          <a:cs typeface="+mn-cs"/>
        </a:defRPr>
      </a:lvl8pPr>
      <a:lvl9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100" i="1"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A4A3A4"/>
          </p15:clr>
        </p15:guide>
        <p15:guide id="2" pos="453" userDrawn="1">
          <p15:clr>
            <a:srgbClr val="A4A3A4"/>
          </p15:clr>
        </p15:guide>
        <p15:guide id="3" orient="horz" pos="3680" userDrawn="1">
          <p15:clr>
            <a:srgbClr val="A4A3A4"/>
          </p15:clr>
        </p15:guide>
        <p15:guide id="6" pos="7226" userDrawn="1">
          <p15:clr>
            <a:srgbClr val="A4A3A4"/>
          </p15:clr>
        </p15:guide>
        <p15:guide id="9" orient="horz" pos="453" userDrawn="1">
          <p15:clr>
            <a:srgbClr val="A4A3A4"/>
          </p15:clr>
        </p15:guide>
        <p15:guide id="10" orient="horz" pos="687" userDrawn="1">
          <p15:clr>
            <a:srgbClr val="A4A3A4"/>
          </p15:clr>
        </p15:guide>
        <p15:guide id="12" orient="horz" pos="3996" userDrawn="1">
          <p15:clr>
            <a:srgbClr val="A4A3A4"/>
          </p15:clr>
        </p15:guide>
        <p15:guide id="13" pos="7680" userDrawn="1">
          <p15:clr>
            <a:srgbClr val="F26B43"/>
          </p15:clr>
        </p15:guide>
        <p15:guide id="14" orient="horz" pos="4320" userDrawn="1">
          <p15:clr>
            <a:srgbClr val="F26B43"/>
          </p15:clr>
        </p15:guide>
        <p15:guide id="15" orient="horz" pos="4110" userDrawn="1">
          <p15:clr>
            <a:srgbClr val="A4A3A4"/>
          </p15:clr>
        </p15:guide>
        <p15:guide id="16" userDrawn="1">
          <p15:clr>
            <a:srgbClr val="F26B43"/>
          </p15:clr>
        </p15:guide>
        <p15:guide id="17" orient="horz"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720000" y="720000"/>
            <a:ext cx="10751275" cy="369025"/>
          </a:xfrm>
          <a:prstGeom prst="rect">
            <a:avLst/>
          </a:prstGeom>
        </p:spPr>
        <p:txBody>
          <a:bodyPr vert="horz" lIns="0" tIns="0" rIns="0" bIns="0" rtlCol="0" anchor="t">
            <a:noAutofit/>
          </a:bodyPr>
          <a:lstStyle/>
          <a:p>
            <a:r>
              <a:rPr lang="nl-NL" noProof="0" dirty="0"/>
              <a:t>Plaats titel hier</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720000" y="1593843"/>
            <a:ext cx="10753200" cy="4238632"/>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Subtitel #1</a:t>
            </a:r>
          </a:p>
          <a:p>
            <a:pPr lvl="5"/>
            <a:r>
              <a:rPr lang="nl-NL" noProof="0" dirty="0"/>
              <a:t>Alt. subtitel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Bronvermelding</a:t>
            </a:r>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12032" y="0"/>
            <a:ext cx="12204032" cy="6858000"/>
            <a:chOff x="-12032" y="0"/>
            <a:chExt cx="12204032" cy="6858000"/>
          </a:xfrm>
        </p:grpSpPr>
        <p:sp>
          <p:nvSpPr>
            <p:cNvPr id="8" name="Rechthoek 7">
              <a:extLst>
                <a:ext uri="{FF2B5EF4-FFF2-40B4-BE49-F238E27FC236}">
                  <a16:creationId xmlns:a16="http://schemas.microsoft.com/office/drawing/2014/main" id="{7D9988B5-FF41-44BF-9EBA-8ED0383D0B4A}"/>
                </a:ext>
              </a:extLst>
            </p:cNvPr>
            <p:cNvSpPr/>
            <p:nvPr userDrawn="1"/>
          </p:nvSpPr>
          <p:spPr>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2" name="Rechthoek 11">
              <a:extLst>
                <a:ext uri="{FF2B5EF4-FFF2-40B4-BE49-F238E27FC236}">
                  <a16:creationId xmlns:a16="http://schemas.microsoft.com/office/drawing/2014/main" id="{223B51F0-7066-4BAC-B391-CBE4243866E1}"/>
                </a:ext>
              </a:extLst>
            </p:cNvPr>
            <p:cNvSpPr/>
            <p:nvPr userDrawn="1"/>
          </p:nvSpPr>
          <p:spPr>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3" name="Rechthoek 12">
              <a:extLst>
                <a:ext uri="{FF2B5EF4-FFF2-40B4-BE49-F238E27FC236}">
                  <a16:creationId xmlns:a16="http://schemas.microsoft.com/office/drawing/2014/main" id="{986314BC-5B6A-423E-A18F-BE67EEBFD0AA}"/>
                </a:ext>
              </a:extLst>
            </p:cNvPr>
            <p:cNvSpPr/>
            <p:nvPr userDrawn="1"/>
          </p:nvSpPr>
          <p:spPr>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6" name="Rechthoek 15">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7" name="Rechthoek 16">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8" name="Rechthoek 17">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0" y="-621351"/>
            <a:ext cx="3994152" cy="180000"/>
          </a:xfrm>
          <a:prstGeom prst="rect">
            <a:avLst/>
          </a:prstGeom>
          <a:noFill/>
        </p:spPr>
        <p:txBody>
          <a:bodyPr wrap="none" lIns="0" tIns="0" rIns="0" bIns="0" rtlCol="0" anchor="b">
            <a:noAutofit/>
          </a:bodyPr>
          <a:lstStyle/>
          <a:p>
            <a:pPr algn="l"/>
            <a:r>
              <a:rPr lang="nl-NL" sz="1000" b="0" cap="all" baseline="0" noProof="0" dirty="0">
                <a:solidFill>
                  <a:schemeClr val="accent2"/>
                </a:solidFill>
                <a:latin typeface="+mn-lt"/>
              </a:rPr>
              <a:t>INDELING</a:t>
            </a:r>
          </a:p>
        </p:txBody>
      </p:sp>
    </p:spTree>
    <p:extLst>
      <p:ext uri="{BB962C8B-B14F-4D97-AF65-F5344CB8AC3E}">
        <p14:creationId xmlns:p14="http://schemas.microsoft.com/office/powerpoint/2010/main" val="2941973541"/>
      </p:ext>
    </p:extLst>
  </p:cSld>
  <p:clrMap bg1="lt1" tx1="dk1" bg2="lt2" tx2="dk2" accent1="accent1" accent2="accent2" accent3="accent3" accent4="accent4" accent5="accent5" accent6="accent6" hlink="hlink" folHlink="folHlink"/>
  <p:sldLayoutIdLst>
    <p:sldLayoutId id="2147483758" r:id="rId1"/>
    <p:sldLayoutId id="2147483813" r:id="rId2"/>
    <p:sldLayoutId id="2147483814" r:id="rId3"/>
    <p:sldLayoutId id="2147483764" r:id="rId4"/>
    <p:sldLayoutId id="2147483759" r:id="rId5"/>
    <p:sldLayoutId id="2147483765" r:id="rId6"/>
    <p:sldLayoutId id="2147483760" r:id="rId7"/>
    <p:sldLayoutId id="2147483766" r:id="rId8"/>
    <p:sldLayoutId id="2147483761" r:id="rId9"/>
    <p:sldLayoutId id="2147483812" r:id="rId10"/>
    <p:sldLayoutId id="2147483767" r:id="rId11"/>
    <p:sldLayoutId id="2147483762" r:id="rId12"/>
    <p:sldLayoutId id="2147483768" r:id="rId13"/>
    <p:sldLayoutId id="2147483763" r:id="rId14"/>
    <p:sldLayoutId id="2147483769" r:id="rId15"/>
  </p:sldLayoutIdLst>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p15="http://schemas.microsoft.com/office/powerpoint/2012/main" xmlns="">
      <p:transition spd="med">
        <p:fade/>
      </p:transition>
    </mc:Fallback>
  </mc:AlternateContent>
  <p:hf sldNum="0" hdr="0"/>
  <p:txStyles>
    <p:titleStyle>
      <a:lvl1pPr algn="l" defTabSz="914400" rtl="0" eaLnBrk="1" latinLnBrk="0" hangingPunct="1">
        <a:lnSpc>
          <a:spcPct val="90000"/>
        </a:lnSpc>
        <a:spcBef>
          <a:spcPct val="0"/>
        </a:spcBef>
        <a:buNone/>
        <a:defRPr sz="3200" b="1" kern="1200" cap="all" baseline="0">
          <a:solidFill>
            <a:schemeClr val="accent1"/>
          </a:solidFill>
          <a:latin typeface="+mn-lt"/>
          <a:ea typeface="+mj-ea"/>
          <a:cs typeface="+mj-cs"/>
        </a:defRPr>
      </a:lvl1pPr>
    </p:titleStyle>
    <p:bodyStyle>
      <a:lvl1pPr marL="174625" indent="-174625" algn="l" defTabSz="914400" rtl="0" eaLnBrk="1" latinLnBrk="0" hangingPunct="1">
        <a:lnSpc>
          <a:spcPct val="120000"/>
        </a:lnSpc>
        <a:spcBef>
          <a:spcPts val="6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120000"/>
        </a:lnSpc>
        <a:spcBef>
          <a:spcPts val="600"/>
        </a:spcBef>
        <a:spcAft>
          <a:spcPts val="600"/>
        </a:spcAft>
        <a:buClr>
          <a:schemeClr val="accent3"/>
        </a:buClr>
        <a:buFont typeface="Arial" panose="020B0604020202020204" pitchFamily="34" charset="0"/>
        <a:buChar char="•"/>
        <a:tabLst/>
        <a:defRPr sz="1600" kern="1200">
          <a:solidFill>
            <a:schemeClr val="tx1"/>
          </a:solidFill>
          <a:latin typeface="+mn-lt"/>
          <a:ea typeface="+mn-ea"/>
          <a:cs typeface="+mn-cs"/>
        </a:defRPr>
      </a:lvl2pPr>
      <a:lvl3pPr marL="531813" indent="-171450" algn="l" defTabSz="914400" rtl="0" eaLnBrk="1" latinLnBrk="0" hangingPunct="1">
        <a:lnSpc>
          <a:spcPct val="120000"/>
        </a:lnSpc>
        <a:spcBef>
          <a:spcPts val="600"/>
        </a:spcBef>
        <a:spcAft>
          <a:spcPts val="600"/>
        </a:spcAft>
        <a:buClr>
          <a:schemeClr val="accent4"/>
        </a:buClr>
        <a:buFont typeface="Segoe UI Light" panose="020B0502040204020203" pitchFamily="34" charset="0"/>
        <a:buChar char="–"/>
        <a:defRPr sz="1400" kern="1200">
          <a:solidFill>
            <a:schemeClr val="tx1"/>
          </a:solidFill>
          <a:latin typeface="+mn-lt"/>
          <a:ea typeface="+mn-ea"/>
          <a:cs typeface="+mn-cs"/>
        </a:defRPr>
      </a:lvl3pPr>
      <a:lvl4pPr marL="0" indent="0" algn="l" defTabSz="914400" rtl="0" eaLnBrk="1" latinLnBrk="0" hangingPunct="1">
        <a:lnSpc>
          <a:spcPct val="12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120000"/>
        </a:lnSpc>
        <a:spcBef>
          <a:spcPts val="600"/>
        </a:spcBef>
        <a:spcAft>
          <a:spcPts val="600"/>
        </a:spcAft>
        <a:buFont typeface="Arial" panose="020B06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800" b="0" kern="1200" cap="none" baseline="0">
          <a:solidFill>
            <a:schemeClr val="tx1"/>
          </a:solidFill>
          <a:latin typeface="+mj-lt"/>
          <a:ea typeface="+mn-ea"/>
          <a:cs typeface="+mn-cs"/>
        </a:defRPr>
      </a:lvl6pPr>
      <a:lvl7pPr marL="268288" indent="-268288" algn="l" defTabSz="914400" rtl="0" eaLnBrk="1" latinLnBrk="0" hangingPunct="1">
        <a:lnSpc>
          <a:spcPct val="12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536575" indent="-268288" algn="l" defTabSz="914400" rtl="0" eaLnBrk="1" latinLnBrk="0" hangingPunct="1">
        <a:lnSpc>
          <a:spcPct val="120000"/>
        </a:lnSpc>
        <a:spcBef>
          <a:spcPts val="600"/>
        </a:spcBef>
        <a:spcAft>
          <a:spcPts val="600"/>
        </a:spcAft>
        <a:buClr>
          <a:schemeClr val="accent2"/>
        </a:buClr>
        <a:buFont typeface="+mj-lt"/>
        <a:buAutoNum type="alphaLcPeriod"/>
        <a:defRPr sz="1400" kern="1200">
          <a:solidFill>
            <a:schemeClr val="tx1"/>
          </a:solidFill>
          <a:latin typeface="+mn-lt"/>
          <a:ea typeface="+mn-ea"/>
          <a:cs typeface="+mn-cs"/>
        </a:defRPr>
      </a:lvl8pPr>
      <a:lvl9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100" i="1"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A4A3A4"/>
          </p15:clr>
        </p15:guide>
        <p15:guide id="2" pos="453" userDrawn="1">
          <p15:clr>
            <a:srgbClr val="A4A3A4"/>
          </p15:clr>
        </p15:guide>
        <p15:guide id="3" orient="horz" pos="3680" userDrawn="1">
          <p15:clr>
            <a:srgbClr val="A4A3A4"/>
          </p15:clr>
        </p15:guide>
        <p15:guide id="6" pos="7226" userDrawn="1">
          <p15:clr>
            <a:srgbClr val="A4A3A4"/>
          </p15:clr>
        </p15:guide>
        <p15:guide id="9" orient="horz" pos="453" userDrawn="1">
          <p15:clr>
            <a:srgbClr val="A4A3A4"/>
          </p15:clr>
        </p15:guide>
        <p15:guide id="10" orient="horz" pos="687" userDrawn="1">
          <p15:clr>
            <a:srgbClr val="A4A3A4"/>
          </p15:clr>
        </p15:guide>
        <p15:guide id="12" orient="horz" pos="3996" userDrawn="1">
          <p15:clr>
            <a:srgbClr val="A4A3A4"/>
          </p15:clr>
        </p15:guide>
        <p15:guide id="13" pos="7680" userDrawn="1">
          <p15:clr>
            <a:srgbClr val="F26B43"/>
          </p15:clr>
        </p15:guide>
        <p15:guide id="14" orient="horz" pos="4320" userDrawn="1">
          <p15:clr>
            <a:srgbClr val="F26B43"/>
          </p15:clr>
        </p15:guide>
        <p15:guide id="15" orient="horz" pos="4110" userDrawn="1">
          <p15:clr>
            <a:srgbClr val="A4A3A4"/>
          </p15:clr>
        </p15:guide>
        <p15:guide id="16" userDrawn="1">
          <p15:clr>
            <a:srgbClr val="F26B43"/>
          </p15:clr>
        </p15:guide>
        <p15:guide id="17" orient="horz"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720000" y="720000"/>
            <a:ext cx="10751275" cy="369025"/>
          </a:xfrm>
          <a:prstGeom prst="rect">
            <a:avLst/>
          </a:prstGeom>
        </p:spPr>
        <p:txBody>
          <a:bodyPr vert="horz" lIns="0" tIns="0" rIns="0" bIns="0" rtlCol="0" anchor="t">
            <a:noAutofit/>
          </a:bodyPr>
          <a:lstStyle/>
          <a:p>
            <a:r>
              <a:rPr lang="nl-NL" noProof="0" dirty="0"/>
              <a:t>PLAATS TITEL HIER</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720000" y="1593843"/>
            <a:ext cx="10753200" cy="4238632"/>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Subtitel #1</a:t>
            </a:r>
          </a:p>
          <a:p>
            <a:pPr lvl="5"/>
            <a:r>
              <a:rPr lang="nl-NL" noProof="0" dirty="0"/>
              <a:t>Alt. subtitel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Bronvermelding</a:t>
            </a:r>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12032" y="0"/>
            <a:ext cx="12204032" cy="6858000"/>
            <a:chOff x="-12032" y="0"/>
            <a:chExt cx="12204032" cy="6858000"/>
          </a:xfrm>
        </p:grpSpPr>
        <p:sp>
          <p:nvSpPr>
            <p:cNvPr id="8" name="Rechthoek 7">
              <a:extLst>
                <a:ext uri="{FF2B5EF4-FFF2-40B4-BE49-F238E27FC236}">
                  <a16:creationId xmlns:a16="http://schemas.microsoft.com/office/drawing/2014/main" id="{7D9988B5-FF41-44BF-9EBA-8ED0383D0B4A}"/>
                </a:ext>
              </a:extLst>
            </p:cNvPr>
            <p:cNvSpPr/>
            <p:nvPr userDrawn="1"/>
          </p:nvSpPr>
          <p:spPr>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2" name="Rechthoek 11">
              <a:extLst>
                <a:ext uri="{FF2B5EF4-FFF2-40B4-BE49-F238E27FC236}">
                  <a16:creationId xmlns:a16="http://schemas.microsoft.com/office/drawing/2014/main" id="{223B51F0-7066-4BAC-B391-CBE4243866E1}"/>
                </a:ext>
              </a:extLst>
            </p:cNvPr>
            <p:cNvSpPr/>
            <p:nvPr userDrawn="1"/>
          </p:nvSpPr>
          <p:spPr>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3" name="Rechthoek 12">
              <a:extLst>
                <a:ext uri="{FF2B5EF4-FFF2-40B4-BE49-F238E27FC236}">
                  <a16:creationId xmlns:a16="http://schemas.microsoft.com/office/drawing/2014/main" id="{986314BC-5B6A-423E-A18F-BE67EEBFD0AA}"/>
                </a:ext>
              </a:extLst>
            </p:cNvPr>
            <p:cNvSpPr/>
            <p:nvPr userDrawn="1"/>
          </p:nvSpPr>
          <p:spPr>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6" name="Rechthoek 15">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7" name="Rechthoek 16">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8" name="Rechthoek 17">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0" y="-621351"/>
            <a:ext cx="3994152" cy="180000"/>
          </a:xfrm>
          <a:prstGeom prst="rect">
            <a:avLst/>
          </a:prstGeom>
          <a:noFill/>
        </p:spPr>
        <p:txBody>
          <a:bodyPr wrap="none" lIns="0" tIns="0" rIns="0" bIns="0" rtlCol="0" anchor="b">
            <a:noAutofit/>
          </a:bodyPr>
          <a:lstStyle/>
          <a:p>
            <a:pPr algn="l"/>
            <a:r>
              <a:rPr lang="nl-NL" sz="1000" b="0" cap="all" baseline="0" noProof="0" dirty="0">
                <a:solidFill>
                  <a:schemeClr val="accent2"/>
                </a:solidFill>
                <a:latin typeface="+mn-lt"/>
              </a:rPr>
              <a:t>INDELING</a:t>
            </a:r>
          </a:p>
        </p:txBody>
      </p:sp>
    </p:spTree>
    <p:extLst>
      <p:ext uri="{BB962C8B-B14F-4D97-AF65-F5344CB8AC3E}">
        <p14:creationId xmlns:p14="http://schemas.microsoft.com/office/powerpoint/2010/main" val="1463452581"/>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Lst>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p15="http://schemas.microsoft.com/office/powerpoint/2012/main" xmlns="">
      <p:transition spd="med">
        <p:fade/>
      </p:transition>
    </mc:Fallback>
  </mc:AlternateContent>
  <p:hf sldNum="0" hdr="0"/>
  <p:txStyles>
    <p:titleStyle>
      <a:lvl1pPr algn="l" defTabSz="914400" rtl="0" eaLnBrk="1" latinLnBrk="0" hangingPunct="1">
        <a:lnSpc>
          <a:spcPct val="90000"/>
        </a:lnSpc>
        <a:spcBef>
          <a:spcPct val="0"/>
        </a:spcBef>
        <a:buNone/>
        <a:defRPr sz="3200" b="1" kern="1200" cap="all" baseline="0">
          <a:solidFill>
            <a:schemeClr val="tx1"/>
          </a:solidFill>
          <a:latin typeface="+mn-lt"/>
          <a:ea typeface="+mj-ea"/>
          <a:cs typeface="+mj-cs"/>
        </a:defRPr>
      </a:lvl1pPr>
    </p:titleStyle>
    <p:bodyStyle>
      <a:lvl1pPr marL="285750" indent="-285750" algn="l" defTabSz="914400" rtl="0" eaLnBrk="1" latinLnBrk="0" hangingPunct="1">
        <a:lnSpc>
          <a:spcPct val="120000"/>
        </a:lnSpc>
        <a:spcBef>
          <a:spcPts val="6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120000"/>
        </a:lnSpc>
        <a:spcBef>
          <a:spcPts val="600"/>
        </a:spcBef>
        <a:spcAft>
          <a:spcPts val="600"/>
        </a:spcAft>
        <a:buClr>
          <a:schemeClr val="accent3"/>
        </a:buClr>
        <a:buFont typeface="Arial" panose="020B0604020202020204" pitchFamily="34" charset="0"/>
        <a:buChar char="•"/>
        <a:tabLst/>
        <a:defRPr sz="1600" kern="1200">
          <a:solidFill>
            <a:schemeClr val="tx1"/>
          </a:solidFill>
          <a:latin typeface="+mn-lt"/>
          <a:ea typeface="+mn-ea"/>
          <a:cs typeface="+mn-cs"/>
        </a:defRPr>
      </a:lvl2pPr>
      <a:lvl3pPr marL="531813" indent="-171450" algn="l" defTabSz="914400" rtl="0" eaLnBrk="1" latinLnBrk="0" hangingPunct="1">
        <a:lnSpc>
          <a:spcPct val="120000"/>
        </a:lnSpc>
        <a:spcBef>
          <a:spcPts val="600"/>
        </a:spcBef>
        <a:spcAft>
          <a:spcPts val="600"/>
        </a:spcAft>
        <a:buClr>
          <a:schemeClr val="accent4"/>
        </a:buClr>
        <a:buFont typeface="Segoe UI Light" panose="020B0502040204020203" pitchFamily="34" charset="0"/>
        <a:buChar char="–"/>
        <a:defRPr sz="1400" kern="1200">
          <a:solidFill>
            <a:schemeClr val="tx1"/>
          </a:solidFill>
          <a:latin typeface="+mn-lt"/>
          <a:ea typeface="+mn-ea"/>
          <a:cs typeface="+mn-cs"/>
        </a:defRPr>
      </a:lvl3pPr>
      <a:lvl4pPr marL="0" indent="0" algn="l" defTabSz="914400" rtl="0" eaLnBrk="1" latinLnBrk="0" hangingPunct="1">
        <a:lnSpc>
          <a:spcPct val="12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120000"/>
        </a:lnSpc>
        <a:spcBef>
          <a:spcPts val="600"/>
        </a:spcBef>
        <a:spcAft>
          <a:spcPts val="600"/>
        </a:spcAft>
        <a:buFont typeface="Arial" panose="020B06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800" b="0" kern="1200" cap="none" baseline="0">
          <a:solidFill>
            <a:schemeClr val="tx1"/>
          </a:solidFill>
          <a:latin typeface="+mj-lt"/>
          <a:ea typeface="+mn-ea"/>
          <a:cs typeface="+mn-cs"/>
        </a:defRPr>
      </a:lvl6pPr>
      <a:lvl7pPr marL="268288" indent="-268288" algn="l" defTabSz="914400" rtl="0" eaLnBrk="1" latinLnBrk="0" hangingPunct="1">
        <a:lnSpc>
          <a:spcPct val="12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536575" indent="-268288" algn="l" defTabSz="914400" rtl="0" eaLnBrk="1" latinLnBrk="0" hangingPunct="1">
        <a:lnSpc>
          <a:spcPct val="120000"/>
        </a:lnSpc>
        <a:spcBef>
          <a:spcPts val="600"/>
        </a:spcBef>
        <a:spcAft>
          <a:spcPts val="600"/>
        </a:spcAft>
        <a:buClr>
          <a:schemeClr val="accent2"/>
        </a:buClr>
        <a:buFont typeface="+mj-lt"/>
        <a:buAutoNum type="alphaLcPeriod"/>
        <a:defRPr sz="1400" kern="1200">
          <a:solidFill>
            <a:schemeClr val="tx1"/>
          </a:solidFill>
          <a:latin typeface="+mn-lt"/>
          <a:ea typeface="+mn-ea"/>
          <a:cs typeface="+mn-cs"/>
        </a:defRPr>
      </a:lvl8pPr>
      <a:lvl9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100" i="1"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A4A3A4"/>
          </p15:clr>
        </p15:guide>
        <p15:guide id="2" pos="453" userDrawn="1">
          <p15:clr>
            <a:srgbClr val="A4A3A4"/>
          </p15:clr>
        </p15:guide>
        <p15:guide id="3" orient="horz" pos="3680" userDrawn="1">
          <p15:clr>
            <a:srgbClr val="A4A3A4"/>
          </p15:clr>
        </p15:guide>
        <p15:guide id="6" pos="7226" userDrawn="1">
          <p15:clr>
            <a:srgbClr val="A4A3A4"/>
          </p15:clr>
        </p15:guide>
        <p15:guide id="9" orient="horz" pos="453" userDrawn="1">
          <p15:clr>
            <a:srgbClr val="A4A3A4"/>
          </p15:clr>
        </p15:guide>
        <p15:guide id="10" orient="horz" pos="687" userDrawn="1">
          <p15:clr>
            <a:srgbClr val="A4A3A4"/>
          </p15:clr>
        </p15:guide>
        <p15:guide id="12" orient="horz" pos="3996" userDrawn="1">
          <p15:clr>
            <a:srgbClr val="A4A3A4"/>
          </p15:clr>
        </p15:guide>
        <p15:guide id="13" pos="7680" userDrawn="1">
          <p15:clr>
            <a:srgbClr val="F26B43"/>
          </p15:clr>
        </p15:guide>
        <p15:guide id="14" orient="horz" pos="4320" userDrawn="1">
          <p15:clr>
            <a:srgbClr val="F26B43"/>
          </p15:clr>
        </p15:guide>
        <p15:guide id="15" orient="horz" pos="4110" userDrawn="1">
          <p15:clr>
            <a:srgbClr val="A4A3A4"/>
          </p15:clr>
        </p15:guide>
        <p15:guide id="16" userDrawn="1">
          <p15:clr>
            <a:srgbClr val="F26B43"/>
          </p15:clr>
        </p15:guide>
        <p15:guide id="17" orient="horz"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720000" y="720000"/>
            <a:ext cx="10751275" cy="369025"/>
          </a:xfrm>
          <a:prstGeom prst="rect">
            <a:avLst/>
          </a:prstGeom>
        </p:spPr>
        <p:txBody>
          <a:bodyPr vert="horz" lIns="0" tIns="0" rIns="0" bIns="0" rtlCol="0" anchor="t">
            <a:noAutofit/>
          </a:bodyPr>
          <a:lstStyle/>
          <a:p>
            <a:r>
              <a:rPr lang="nl-NL" noProof="0" dirty="0"/>
              <a:t>PLAATS TITEL HIER</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720000" y="1593843"/>
            <a:ext cx="10753200" cy="4238632"/>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Subtitel #1</a:t>
            </a:r>
          </a:p>
          <a:p>
            <a:pPr lvl="5"/>
            <a:r>
              <a:rPr lang="nl-NL" noProof="0" dirty="0"/>
              <a:t>Alt. subtitel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Bronvermelding</a:t>
            </a:r>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12032" y="0"/>
            <a:ext cx="12204032" cy="6858000"/>
            <a:chOff x="-12032" y="0"/>
            <a:chExt cx="12204032" cy="6858000"/>
          </a:xfrm>
        </p:grpSpPr>
        <p:sp>
          <p:nvSpPr>
            <p:cNvPr id="8" name="Rechthoek 7">
              <a:extLst>
                <a:ext uri="{FF2B5EF4-FFF2-40B4-BE49-F238E27FC236}">
                  <a16:creationId xmlns:a16="http://schemas.microsoft.com/office/drawing/2014/main" id="{7D9988B5-FF41-44BF-9EBA-8ED0383D0B4A}"/>
                </a:ext>
              </a:extLst>
            </p:cNvPr>
            <p:cNvSpPr/>
            <p:nvPr userDrawn="1"/>
          </p:nvSpPr>
          <p:spPr>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2" name="Rechthoek 11">
              <a:extLst>
                <a:ext uri="{FF2B5EF4-FFF2-40B4-BE49-F238E27FC236}">
                  <a16:creationId xmlns:a16="http://schemas.microsoft.com/office/drawing/2014/main" id="{223B51F0-7066-4BAC-B391-CBE4243866E1}"/>
                </a:ext>
              </a:extLst>
            </p:cNvPr>
            <p:cNvSpPr/>
            <p:nvPr userDrawn="1"/>
          </p:nvSpPr>
          <p:spPr>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3" name="Rechthoek 12">
              <a:extLst>
                <a:ext uri="{FF2B5EF4-FFF2-40B4-BE49-F238E27FC236}">
                  <a16:creationId xmlns:a16="http://schemas.microsoft.com/office/drawing/2014/main" id="{986314BC-5B6A-423E-A18F-BE67EEBFD0AA}"/>
                </a:ext>
              </a:extLst>
            </p:cNvPr>
            <p:cNvSpPr/>
            <p:nvPr userDrawn="1"/>
          </p:nvSpPr>
          <p:spPr>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6" name="Rechthoek 15">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7" name="Rechthoek 16">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8" name="Rechthoek 17">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0" y="-621351"/>
            <a:ext cx="3994152" cy="180000"/>
          </a:xfrm>
          <a:prstGeom prst="rect">
            <a:avLst/>
          </a:prstGeom>
          <a:noFill/>
        </p:spPr>
        <p:txBody>
          <a:bodyPr wrap="none" lIns="0" tIns="0" rIns="0" bIns="0" rtlCol="0" anchor="b">
            <a:noAutofit/>
          </a:bodyPr>
          <a:lstStyle/>
          <a:p>
            <a:pPr algn="l"/>
            <a:r>
              <a:rPr lang="nl-NL" sz="1000" b="0" cap="all" baseline="0" noProof="0" dirty="0">
                <a:solidFill>
                  <a:schemeClr val="accent2"/>
                </a:solidFill>
                <a:latin typeface="+mn-lt"/>
              </a:rPr>
              <a:t>INDELING</a:t>
            </a:r>
          </a:p>
        </p:txBody>
      </p:sp>
    </p:spTree>
    <p:extLst>
      <p:ext uri="{BB962C8B-B14F-4D97-AF65-F5344CB8AC3E}">
        <p14:creationId xmlns:p14="http://schemas.microsoft.com/office/powerpoint/2010/main" val="682184161"/>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Lst>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p15="http://schemas.microsoft.com/office/powerpoint/2012/main" xmlns="">
      <p:transition spd="med">
        <p:fade/>
      </p:transition>
    </mc:Fallback>
  </mc:AlternateContent>
  <p:hf sldNum="0" hdr="0"/>
  <p:txStyles>
    <p:titleStyle>
      <a:lvl1pPr algn="l" defTabSz="914400" rtl="0" eaLnBrk="1" latinLnBrk="0" hangingPunct="1">
        <a:lnSpc>
          <a:spcPct val="90000"/>
        </a:lnSpc>
        <a:spcBef>
          <a:spcPct val="0"/>
        </a:spcBef>
        <a:buNone/>
        <a:defRPr sz="3200" b="1" kern="1200" cap="all" baseline="0">
          <a:solidFill>
            <a:schemeClr val="accent1"/>
          </a:solidFill>
          <a:latin typeface="+mn-lt"/>
          <a:ea typeface="+mj-ea"/>
          <a:cs typeface="+mj-cs"/>
        </a:defRPr>
      </a:lvl1pPr>
    </p:titleStyle>
    <p:bodyStyle>
      <a:lvl1pPr marL="174625" indent="-174625" algn="l" defTabSz="914400" rtl="0" eaLnBrk="1" latinLnBrk="0" hangingPunct="1">
        <a:lnSpc>
          <a:spcPct val="120000"/>
        </a:lnSpc>
        <a:spcBef>
          <a:spcPts val="6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120000"/>
        </a:lnSpc>
        <a:spcBef>
          <a:spcPts val="600"/>
        </a:spcBef>
        <a:spcAft>
          <a:spcPts val="600"/>
        </a:spcAft>
        <a:buClr>
          <a:schemeClr val="accent3"/>
        </a:buClr>
        <a:buFont typeface="Arial" panose="020B0604020202020204" pitchFamily="34" charset="0"/>
        <a:buChar char="•"/>
        <a:tabLst/>
        <a:defRPr sz="1600" kern="1200">
          <a:solidFill>
            <a:schemeClr val="tx1"/>
          </a:solidFill>
          <a:latin typeface="+mn-lt"/>
          <a:ea typeface="+mn-ea"/>
          <a:cs typeface="+mn-cs"/>
        </a:defRPr>
      </a:lvl2pPr>
      <a:lvl3pPr marL="531813" indent="-171450" algn="l" defTabSz="914400" rtl="0" eaLnBrk="1" latinLnBrk="0" hangingPunct="1">
        <a:lnSpc>
          <a:spcPct val="120000"/>
        </a:lnSpc>
        <a:spcBef>
          <a:spcPts val="600"/>
        </a:spcBef>
        <a:spcAft>
          <a:spcPts val="600"/>
        </a:spcAft>
        <a:buClr>
          <a:schemeClr val="accent4"/>
        </a:buClr>
        <a:buFont typeface="Segoe UI Light" panose="020B0502040204020203" pitchFamily="34" charset="0"/>
        <a:buChar char="–"/>
        <a:defRPr sz="1400" kern="1200">
          <a:solidFill>
            <a:schemeClr val="tx1"/>
          </a:solidFill>
          <a:latin typeface="+mn-lt"/>
          <a:ea typeface="+mn-ea"/>
          <a:cs typeface="+mn-cs"/>
        </a:defRPr>
      </a:lvl3pPr>
      <a:lvl4pPr marL="0" indent="0" algn="l" defTabSz="914400" rtl="0" eaLnBrk="1" latinLnBrk="0" hangingPunct="1">
        <a:lnSpc>
          <a:spcPct val="12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120000"/>
        </a:lnSpc>
        <a:spcBef>
          <a:spcPts val="600"/>
        </a:spcBef>
        <a:spcAft>
          <a:spcPts val="600"/>
        </a:spcAft>
        <a:buFont typeface="Arial" panose="020B06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800" b="0" kern="1200" cap="none" baseline="0">
          <a:solidFill>
            <a:schemeClr val="tx1"/>
          </a:solidFill>
          <a:latin typeface="+mj-lt"/>
          <a:ea typeface="+mn-ea"/>
          <a:cs typeface="+mn-cs"/>
        </a:defRPr>
      </a:lvl6pPr>
      <a:lvl7pPr marL="268288" indent="-268288" algn="l" defTabSz="914400" rtl="0" eaLnBrk="1" latinLnBrk="0" hangingPunct="1">
        <a:lnSpc>
          <a:spcPct val="12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536575" indent="-268288" algn="l" defTabSz="914400" rtl="0" eaLnBrk="1" latinLnBrk="0" hangingPunct="1">
        <a:lnSpc>
          <a:spcPct val="120000"/>
        </a:lnSpc>
        <a:spcBef>
          <a:spcPts val="600"/>
        </a:spcBef>
        <a:spcAft>
          <a:spcPts val="600"/>
        </a:spcAft>
        <a:buClr>
          <a:schemeClr val="accent2"/>
        </a:buClr>
        <a:buFont typeface="+mj-lt"/>
        <a:buAutoNum type="alphaLcPeriod"/>
        <a:defRPr sz="1400" kern="1200">
          <a:solidFill>
            <a:schemeClr val="tx1"/>
          </a:solidFill>
          <a:latin typeface="+mn-lt"/>
          <a:ea typeface="+mn-ea"/>
          <a:cs typeface="+mn-cs"/>
        </a:defRPr>
      </a:lvl8pPr>
      <a:lvl9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100" i="1"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p15:clr>
            <a:srgbClr val="A4A3A4"/>
          </p15:clr>
        </p15:guide>
        <p15:guide id="2" pos="453">
          <p15:clr>
            <a:srgbClr val="A4A3A4"/>
          </p15:clr>
        </p15:guide>
        <p15:guide id="3" orient="horz" pos="3680">
          <p15:clr>
            <a:srgbClr val="A4A3A4"/>
          </p15:clr>
        </p15:guide>
        <p15:guide id="6" pos="7226">
          <p15:clr>
            <a:srgbClr val="A4A3A4"/>
          </p15:clr>
        </p15:guide>
        <p15:guide id="9" orient="horz" pos="453">
          <p15:clr>
            <a:srgbClr val="A4A3A4"/>
          </p15:clr>
        </p15:guide>
        <p15:guide id="10" orient="horz" pos="687">
          <p15:clr>
            <a:srgbClr val="A4A3A4"/>
          </p15:clr>
        </p15:guide>
        <p15:guide id="12" orient="horz" pos="3996">
          <p15:clr>
            <a:srgbClr val="A4A3A4"/>
          </p15:clr>
        </p15:guide>
        <p15:guide id="13" pos="7680">
          <p15:clr>
            <a:srgbClr val="F26B43"/>
          </p15:clr>
        </p15:guide>
        <p15:guide id="14" orient="horz" pos="4320">
          <p15:clr>
            <a:srgbClr val="F26B43"/>
          </p15:clr>
        </p15:guide>
        <p15:guide id="15" orient="horz" pos="4110">
          <p15:clr>
            <a:srgbClr val="A4A3A4"/>
          </p15:clr>
        </p15:guide>
        <p15:guide id="16">
          <p15:clr>
            <a:srgbClr val="F26B43"/>
          </p15:clr>
        </p15:guide>
        <p15:guide id="17" orient="horz">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720000" y="720000"/>
            <a:ext cx="10751275" cy="369025"/>
          </a:xfrm>
          <a:prstGeom prst="rect">
            <a:avLst/>
          </a:prstGeom>
        </p:spPr>
        <p:txBody>
          <a:bodyPr vert="horz" lIns="0" tIns="0" rIns="0" bIns="0" rtlCol="0" anchor="t">
            <a:noAutofit/>
          </a:bodyPr>
          <a:lstStyle/>
          <a:p>
            <a:r>
              <a:rPr lang="nl-NL" noProof="0" dirty="0"/>
              <a:t>PLAATS TITEL HIER</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720000" y="1593843"/>
            <a:ext cx="10753200" cy="4238632"/>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#1</a:t>
            </a:r>
          </a:p>
          <a:p>
            <a:pPr lvl="2"/>
            <a:r>
              <a:rPr lang="nl-NL" noProof="0" dirty="0"/>
              <a:t>Sub-</a:t>
            </a:r>
            <a:r>
              <a:rPr lang="nl-NL" noProof="0" dirty="0" err="1"/>
              <a:t>bullet</a:t>
            </a:r>
            <a:r>
              <a:rPr lang="nl-NL" noProof="0" dirty="0"/>
              <a:t> #2</a:t>
            </a:r>
          </a:p>
          <a:p>
            <a:pPr lvl="3"/>
            <a:r>
              <a:rPr lang="nl-NL" noProof="0" dirty="0"/>
              <a:t>Leestekst</a:t>
            </a:r>
          </a:p>
          <a:p>
            <a:pPr lvl="4"/>
            <a:r>
              <a:rPr lang="nl-NL" noProof="0" dirty="0"/>
              <a:t>Subtitel #1</a:t>
            </a:r>
          </a:p>
          <a:p>
            <a:pPr lvl="5"/>
            <a:r>
              <a:rPr lang="nl-NL" noProof="0" dirty="0"/>
              <a:t>Alt. subtitel #2</a:t>
            </a:r>
          </a:p>
          <a:p>
            <a:pPr lvl="6"/>
            <a:r>
              <a:rPr lang="nl-NL" noProof="0" dirty="0"/>
              <a:t>Numerieke </a:t>
            </a:r>
            <a:r>
              <a:rPr lang="nl-NL" noProof="0" dirty="0" err="1"/>
              <a:t>bullet</a:t>
            </a:r>
            <a:endParaRPr lang="nl-NL" noProof="0" dirty="0"/>
          </a:p>
          <a:p>
            <a:pPr lvl="7"/>
            <a:r>
              <a:rPr lang="nl-NL" noProof="0" dirty="0"/>
              <a:t>Alfabetische </a:t>
            </a:r>
            <a:r>
              <a:rPr lang="nl-NL" noProof="0" dirty="0" err="1"/>
              <a:t>bullet</a:t>
            </a:r>
            <a:endParaRPr lang="nl-NL" noProof="0" dirty="0"/>
          </a:p>
          <a:p>
            <a:pPr lvl="8"/>
            <a:r>
              <a:rPr lang="nl-NL" noProof="0" dirty="0"/>
              <a:t>Bronvermelding</a:t>
            </a:r>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12032" y="0"/>
            <a:ext cx="12204032" cy="6858000"/>
            <a:chOff x="-12032" y="0"/>
            <a:chExt cx="12204032" cy="6858000"/>
          </a:xfrm>
        </p:grpSpPr>
        <p:sp>
          <p:nvSpPr>
            <p:cNvPr id="8" name="Rechthoek 7">
              <a:extLst>
                <a:ext uri="{FF2B5EF4-FFF2-40B4-BE49-F238E27FC236}">
                  <a16:creationId xmlns:a16="http://schemas.microsoft.com/office/drawing/2014/main" id="{7D9988B5-FF41-44BF-9EBA-8ED0383D0B4A}"/>
                </a:ext>
              </a:extLst>
            </p:cNvPr>
            <p:cNvSpPr/>
            <p:nvPr userDrawn="1"/>
          </p:nvSpPr>
          <p:spPr>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2" name="Rechthoek 11">
              <a:extLst>
                <a:ext uri="{FF2B5EF4-FFF2-40B4-BE49-F238E27FC236}">
                  <a16:creationId xmlns:a16="http://schemas.microsoft.com/office/drawing/2014/main" id="{223B51F0-7066-4BAC-B391-CBE4243866E1}"/>
                </a:ext>
              </a:extLst>
            </p:cNvPr>
            <p:cNvSpPr/>
            <p:nvPr userDrawn="1"/>
          </p:nvSpPr>
          <p:spPr>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3" name="Rechthoek 12">
              <a:extLst>
                <a:ext uri="{FF2B5EF4-FFF2-40B4-BE49-F238E27FC236}">
                  <a16:creationId xmlns:a16="http://schemas.microsoft.com/office/drawing/2014/main" id="{986314BC-5B6A-423E-A18F-BE67EEBFD0AA}"/>
                </a:ext>
              </a:extLst>
            </p:cNvPr>
            <p:cNvSpPr/>
            <p:nvPr userDrawn="1"/>
          </p:nvSpPr>
          <p:spPr>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6" name="Rechthoek 15">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7" name="Rechthoek 16">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sp>
          <p:nvSpPr>
            <p:cNvPr id="18" name="Rechthoek 17">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0" y="-621351"/>
            <a:ext cx="3994152" cy="180000"/>
          </a:xfrm>
          <a:prstGeom prst="rect">
            <a:avLst/>
          </a:prstGeom>
          <a:noFill/>
        </p:spPr>
        <p:txBody>
          <a:bodyPr wrap="none" lIns="0" tIns="0" rIns="0" bIns="0" rtlCol="0" anchor="b">
            <a:noAutofit/>
          </a:bodyPr>
          <a:lstStyle/>
          <a:p>
            <a:pPr algn="l"/>
            <a:r>
              <a:rPr lang="nl-NL" sz="1000" b="0" cap="all" baseline="0" noProof="0" dirty="0">
                <a:solidFill>
                  <a:schemeClr val="accent2"/>
                </a:solidFill>
                <a:latin typeface="+mn-lt"/>
              </a:rPr>
              <a:t>INDELING</a:t>
            </a:r>
          </a:p>
        </p:txBody>
      </p:sp>
    </p:spTree>
    <p:extLst>
      <p:ext uri="{BB962C8B-B14F-4D97-AF65-F5344CB8AC3E}">
        <p14:creationId xmlns:p14="http://schemas.microsoft.com/office/powerpoint/2010/main" val="3228843441"/>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Lst>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p15="http://schemas.microsoft.com/office/powerpoint/2012/main" xmlns="">
      <p:transition spd="med">
        <p:fade/>
      </p:transition>
    </mc:Fallback>
  </mc:AlternateContent>
  <p:hf sldNum="0" hdr="0"/>
  <p:txStyles>
    <p:titleStyle>
      <a:lvl1pPr algn="l" defTabSz="914400" rtl="0" eaLnBrk="1" latinLnBrk="0" hangingPunct="1">
        <a:lnSpc>
          <a:spcPct val="90000"/>
        </a:lnSpc>
        <a:spcBef>
          <a:spcPct val="0"/>
        </a:spcBef>
        <a:buNone/>
        <a:defRPr sz="3200" b="1" kern="1200" cap="all" baseline="0">
          <a:solidFill>
            <a:schemeClr val="accent1"/>
          </a:solidFill>
          <a:latin typeface="+mn-lt"/>
          <a:ea typeface="+mj-ea"/>
          <a:cs typeface="+mj-cs"/>
        </a:defRPr>
      </a:lvl1pPr>
    </p:titleStyle>
    <p:bodyStyle>
      <a:lvl1pPr marL="174625" indent="-174625" algn="l" defTabSz="914400" rtl="0" eaLnBrk="1" latinLnBrk="0" hangingPunct="1">
        <a:lnSpc>
          <a:spcPct val="120000"/>
        </a:lnSpc>
        <a:spcBef>
          <a:spcPts val="6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120000"/>
        </a:lnSpc>
        <a:spcBef>
          <a:spcPts val="600"/>
        </a:spcBef>
        <a:spcAft>
          <a:spcPts val="600"/>
        </a:spcAft>
        <a:buClr>
          <a:schemeClr val="accent3"/>
        </a:buClr>
        <a:buFont typeface="Arial" panose="020B0604020202020204" pitchFamily="34" charset="0"/>
        <a:buChar char="•"/>
        <a:tabLst/>
        <a:defRPr sz="1600" kern="1200">
          <a:solidFill>
            <a:schemeClr val="tx1"/>
          </a:solidFill>
          <a:latin typeface="+mn-lt"/>
          <a:ea typeface="+mn-ea"/>
          <a:cs typeface="+mn-cs"/>
        </a:defRPr>
      </a:lvl2pPr>
      <a:lvl3pPr marL="531813" indent="-171450" algn="l" defTabSz="914400" rtl="0" eaLnBrk="1" latinLnBrk="0" hangingPunct="1">
        <a:lnSpc>
          <a:spcPct val="120000"/>
        </a:lnSpc>
        <a:spcBef>
          <a:spcPts val="600"/>
        </a:spcBef>
        <a:spcAft>
          <a:spcPts val="600"/>
        </a:spcAft>
        <a:buClr>
          <a:schemeClr val="accent4"/>
        </a:buClr>
        <a:buFont typeface="Segoe UI Light" panose="020B0502040204020203" pitchFamily="34" charset="0"/>
        <a:buChar char="–"/>
        <a:defRPr sz="1400" kern="1200">
          <a:solidFill>
            <a:schemeClr val="tx1"/>
          </a:solidFill>
          <a:latin typeface="+mn-lt"/>
          <a:ea typeface="+mn-ea"/>
          <a:cs typeface="+mn-cs"/>
        </a:defRPr>
      </a:lvl3pPr>
      <a:lvl4pPr marL="0" indent="0" algn="l" defTabSz="914400" rtl="0" eaLnBrk="1" latinLnBrk="0" hangingPunct="1">
        <a:lnSpc>
          <a:spcPct val="12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120000"/>
        </a:lnSpc>
        <a:spcBef>
          <a:spcPts val="600"/>
        </a:spcBef>
        <a:spcAft>
          <a:spcPts val="600"/>
        </a:spcAft>
        <a:buFont typeface="Arial" panose="020B06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800" b="0" kern="1200" cap="none" baseline="0">
          <a:solidFill>
            <a:schemeClr val="tx1"/>
          </a:solidFill>
          <a:latin typeface="+mj-lt"/>
          <a:ea typeface="+mn-ea"/>
          <a:cs typeface="+mn-cs"/>
        </a:defRPr>
      </a:lvl6pPr>
      <a:lvl7pPr marL="268288" indent="-268288" algn="l" defTabSz="914400" rtl="0" eaLnBrk="1" latinLnBrk="0" hangingPunct="1">
        <a:lnSpc>
          <a:spcPct val="12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536575" indent="-268288" algn="l" defTabSz="914400" rtl="0" eaLnBrk="1" latinLnBrk="0" hangingPunct="1">
        <a:lnSpc>
          <a:spcPct val="120000"/>
        </a:lnSpc>
        <a:spcBef>
          <a:spcPts val="600"/>
        </a:spcBef>
        <a:spcAft>
          <a:spcPts val="600"/>
        </a:spcAft>
        <a:buClr>
          <a:schemeClr val="accent2"/>
        </a:buClr>
        <a:buFont typeface="+mj-lt"/>
        <a:buAutoNum type="alphaLcPeriod"/>
        <a:defRPr sz="1400" kern="1200">
          <a:solidFill>
            <a:schemeClr val="tx1"/>
          </a:solidFill>
          <a:latin typeface="+mn-lt"/>
          <a:ea typeface="+mn-ea"/>
          <a:cs typeface="+mn-cs"/>
        </a:defRPr>
      </a:lvl8pPr>
      <a:lvl9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100" i="1"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p15:clr>
            <a:srgbClr val="A4A3A4"/>
          </p15:clr>
        </p15:guide>
        <p15:guide id="2" pos="453">
          <p15:clr>
            <a:srgbClr val="A4A3A4"/>
          </p15:clr>
        </p15:guide>
        <p15:guide id="3" orient="horz" pos="3680">
          <p15:clr>
            <a:srgbClr val="A4A3A4"/>
          </p15:clr>
        </p15:guide>
        <p15:guide id="6" pos="7226">
          <p15:clr>
            <a:srgbClr val="A4A3A4"/>
          </p15:clr>
        </p15:guide>
        <p15:guide id="9" orient="horz" pos="453">
          <p15:clr>
            <a:srgbClr val="A4A3A4"/>
          </p15:clr>
        </p15:guide>
        <p15:guide id="10" orient="horz" pos="687">
          <p15:clr>
            <a:srgbClr val="A4A3A4"/>
          </p15:clr>
        </p15:guide>
        <p15:guide id="12" orient="horz" pos="3996">
          <p15:clr>
            <a:srgbClr val="A4A3A4"/>
          </p15:clr>
        </p15:guide>
        <p15:guide id="13" pos="7680">
          <p15:clr>
            <a:srgbClr val="F26B43"/>
          </p15:clr>
        </p15:guide>
        <p15:guide id="14" orient="horz" pos="4320">
          <p15:clr>
            <a:srgbClr val="F26B43"/>
          </p15:clr>
        </p15:guide>
        <p15:guide id="15" orient="horz" pos="4110">
          <p15:clr>
            <a:srgbClr val="A4A3A4"/>
          </p15:clr>
        </p15:guide>
        <p15:guide id="16">
          <p15:clr>
            <a:srgbClr val="F26B43"/>
          </p15:clr>
        </p15:guide>
        <p15:guide id="17" orient="horz">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2097DE31-05C0-02B3-5906-FE1FF2B97155}"/>
              </a:ext>
            </a:extLst>
          </p:cNvPr>
          <p:cNvSpPr>
            <a:spLocks noGrp="1"/>
          </p:cNvSpPr>
          <p:nvPr>
            <p:ph type="ctrTitle"/>
          </p:nvPr>
        </p:nvSpPr>
        <p:spPr>
          <a:xfrm>
            <a:off x="703640" y="719138"/>
            <a:ext cx="4926195" cy="2090164"/>
          </a:xfrm>
        </p:spPr>
        <p:txBody>
          <a:bodyPr/>
          <a:lstStyle/>
          <a:p>
            <a:r>
              <a:rPr lang="nl-NL" dirty="0"/>
              <a:t>POWERPOINT</a:t>
            </a:r>
            <a:br>
              <a:rPr lang="nl-NL" dirty="0"/>
            </a:br>
            <a:r>
              <a:rPr lang="nl-NL" dirty="0"/>
              <a:t>MASTER</a:t>
            </a:r>
            <a:br>
              <a:rPr lang="nl-NL" dirty="0"/>
            </a:br>
            <a:r>
              <a:rPr lang="nl-NL" dirty="0"/>
              <a:t>TEMPLATE</a:t>
            </a:r>
          </a:p>
        </p:txBody>
      </p:sp>
      <p:sp>
        <p:nvSpPr>
          <p:cNvPr id="17" name="Ondertitel 16">
            <a:extLst>
              <a:ext uri="{FF2B5EF4-FFF2-40B4-BE49-F238E27FC236}">
                <a16:creationId xmlns:a16="http://schemas.microsoft.com/office/drawing/2014/main" id="{FBACDB38-1E89-4AA1-74D1-A1B4395CEA7A}"/>
              </a:ext>
            </a:extLst>
          </p:cNvPr>
          <p:cNvSpPr>
            <a:spLocks noGrp="1"/>
          </p:cNvSpPr>
          <p:nvPr>
            <p:ph type="body" sz="quarter" idx="21"/>
          </p:nvPr>
        </p:nvSpPr>
        <p:spPr>
          <a:xfrm>
            <a:off x="719139" y="2958124"/>
            <a:ext cx="4264966" cy="1046507"/>
          </a:xfrm>
        </p:spPr>
        <p:txBody>
          <a:bodyPr/>
          <a:lstStyle/>
          <a:p>
            <a:r>
              <a:rPr lang="nl-NL" dirty="0"/>
              <a:t>Lees meer over de PowerPoint </a:t>
            </a:r>
            <a:br>
              <a:rPr lang="nl-NL" dirty="0"/>
            </a:br>
            <a:r>
              <a:rPr lang="nl-NL" dirty="0"/>
              <a:t>van </a:t>
            </a:r>
            <a:r>
              <a:rPr lang="nl-NL" dirty="0" err="1"/>
              <a:t>Avans</a:t>
            </a:r>
            <a:r>
              <a:rPr lang="nl-NL" dirty="0"/>
              <a:t> en hoe je die het </a:t>
            </a:r>
            <a:br>
              <a:rPr lang="nl-NL" dirty="0"/>
            </a:br>
            <a:r>
              <a:rPr lang="nl-NL" dirty="0"/>
              <a:t>beste kunt gebruiken.</a:t>
            </a:r>
          </a:p>
        </p:txBody>
      </p:sp>
      <p:pic>
        <p:nvPicPr>
          <p:cNvPr id="5" name="Tijdelijke aanduiding voor afbeelding 4">
            <a:extLst>
              <a:ext uri="{FF2B5EF4-FFF2-40B4-BE49-F238E27FC236}">
                <a16:creationId xmlns:a16="http://schemas.microsoft.com/office/drawing/2014/main" id="{DD2A3EA4-3F08-E393-7621-C8F824C1A28C}"/>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1535" r="11535"/>
          <a:stretch>
            <a:fillRect/>
          </a:stretch>
        </p:blipFill>
        <p:spPr/>
      </p:pic>
    </p:spTree>
    <p:extLst>
      <p:ext uri="{BB962C8B-B14F-4D97-AF65-F5344CB8AC3E}">
        <p14:creationId xmlns:p14="http://schemas.microsoft.com/office/powerpoint/2010/main" val="400276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AF88F1D5-B74C-BF00-987D-5CC6326B2AB3}"/>
              </a:ext>
            </a:extLst>
          </p:cNvPr>
          <p:cNvSpPr>
            <a:spLocks noGrp="1"/>
          </p:cNvSpPr>
          <p:nvPr>
            <p:ph type="ctrTitle"/>
          </p:nvPr>
        </p:nvSpPr>
        <p:spPr>
          <a:xfrm>
            <a:off x="703640" y="719138"/>
            <a:ext cx="7678360" cy="1306397"/>
          </a:xfrm>
        </p:spPr>
        <p:txBody>
          <a:bodyPr/>
          <a:lstStyle/>
          <a:p>
            <a:r>
              <a:rPr lang="nl-NL" dirty="0"/>
              <a:t>INLEIDING</a:t>
            </a:r>
          </a:p>
        </p:txBody>
      </p:sp>
      <p:sp>
        <p:nvSpPr>
          <p:cNvPr id="7" name="Tijdelijke aanduiding voor tekst 6">
            <a:extLst>
              <a:ext uri="{FF2B5EF4-FFF2-40B4-BE49-F238E27FC236}">
                <a16:creationId xmlns:a16="http://schemas.microsoft.com/office/drawing/2014/main" id="{FF24FBCE-71B0-35E0-C006-7DA109DCC593}"/>
              </a:ext>
            </a:extLst>
          </p:cNvPr>
          <p:cNvSpPr>
            <a:spLocks noGrp="1"/>
          </p:cNvSpPr>
          <p:nvPr>
            <p:ph type="body" sz="quarter" idx="21"/>
          </p:nvPr>
        </p:nvSpPr>
        <p:spPr>
          <a:xfrm>
            <a:off x="703640" y="1813648"/>
            <a:ext cx="6044519" cy="2492462"/>
          </a:xfrm>
        </p:spPr>
        <p:txBody>
          <a:bodyPr/>
          <a:lstStyle/>
          <a:p>
            <a:r>
              <a:rPr lang="nl-NL" dirty="0"/>
              <a:t>Je kunt je presentatie illustreren met behulp van PowerPoint. Ook is het een goede manier om structuur aan te brengen in je verhaal. </a:t>
            </a:r>
          </a:p>
          <a:p>
            <a:r>
              <a:rPr lang="nl-NL" dirty="0"/>
              <a:t>Een goed ontwerp en consistentie zijn daarbij essentieel. Het zorgt ervoor dat onze boodschap duidelijk en samenhangend overkomt, wat bijdraagt aan de geloofwaardigheid en erkenning. </a:t>
            </a:r>
          </a:p>
          <a:p>
            <a:r>
              <a:rPr lang="nl-NL" dirty="0"/>
              <a:t>In deze PowerPoint geven we je informatie over de opbouw van de PowerPoint template.</a:t>
            </a:r>
          </a:p>
          <a:p>
            <a:endParaRPr lang="nl-NL" dirty="0"/>
          </a:p>
        </p:txBody>
      </p:sp>
    </p:spTree>
    <p:extLst>
      <p:ext uri="{BB962C8B-B14F-4D97-AF65-F5344CB8AC3E}">
        <p14:creationId xmlns:p14="http://schemas.microsoft.com/office/powerpoint/2010/main" val="3363496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91946C5C-6B2E-7684-21A9-D1D06CC00F8B}"/>
              </a:ext>
            </a:extLst>
          </p:cNvPr>
          <p:cNvSpPr>
            <a:spLocks noGrp="1"/>
          </p:cNvSpPr>
          <p:nvPr>
            <p:ph type="body" sz="quarter" idx="21"/>
          </p:nvPr>
        </p:nvSpPr>
        <p:spPr>
          <a:xfrm>
            <a:off x="6264876" y="1090613"/>
            <a:ext cx="5206397" cy="4751387"/>
          </a:xfrm>
        </p:spPr>
        <p:txBody>
          <a:bodyPr/>
          <a:lstStyle/>
          <a:p>
            <a:pPr marL="285750" indent="-285750">
              <a:buFont typeface="Arial" panose="020B0604020202020204" pitchFamily="34" charset="0"/>
              <a:buChar char="•"/>
            </a:pPr>
            <a:r>
              <a:rPr lang="nl-NL" dirty="0"/>
              <a:t>Design elementen</a:t>
            </a:r>
          </a:p>
          <a:p>
            <a:pPr marL="285750" indent="-285750">
              <a:buFont typeface="Arial" panose="020B0604020202020204" pitchFamily="34" charset="0"/>
              <a:buChar char="•"/>
            </a:pPr>
            <a:r>
              <a:rPr lang="nl-NL" dirty="0"/>
              <a:t>Slide deck</a:t>
            </a:r>
          </a:p>
          <a:p>
            <a:pPr marL="285750" indent="-285750">
              <a:buFont typeface="Arial" panose="020B0604020202020204" pitchFamily="34" charset="0"/>
              <a:buChar char="•"/>
            </a:pPr>
            <a:r>
              <a:rPr lang="nl-NL" dirty="0"/>
              <a:t>Ontwerpregels</a:t>
            </a:r>
          </a:p>
          <a:p>
            <a:pPr marL="285750" indent="-285750">
              <a:buFont typeface="Arial" panose="020B0604020202020204" pitchFamily="34" charset="0"/>
              <a:buChar char="•"/>
            </a:pPr>
            <a:r>
              <a:rPr lang="nl-NL" dirty="0"/>
              <a:t>Consistentie</a:t>
            </a:r>
          </a:p>
          <a:p>
            <a:pPr marL="285750" indent="-285750">
              <a:buFont typeface="Arial" panose="020B0604020202020204" pitchFamily="34" charset="0"/>
              <a:buChar char="•"/>
            </a:pPr>
            <a:r>
              <a:rPr lang="nl-NL" dirty="0"/>
              <a:t>Slide voorbeelden</a:t>
            </a:r>
          </a:p>
          <a:p>
            <a:pPr marL="285750" indent="-285750">
              <a:buFont typeface="Arial" panose="020B0604020202020204" pitchFamily="34" charset="0"/>
              <a:buChar char="•"/>
            </a:pPr>
            <a:r>
              <a:rPr lang="nl-NL" dirty="0"/>
              <a:t>Tips voor de inhoud</a:t>
            </a:r>
          </a:p>
          <a:p>
            <a:pPr marL="285750" indent="-285750">
              <a:buFont typeface="Arial" panose="020B0604020202020204" pitchFamily="34" charset="0"/>
              <a:buChar char="•"/>
            </a:pPr>
            <a:r>
              <a:rPr lang="nl-NL" dirty="0"/>
              <a:t>Tijd om aan de slag te gaan</a:t>
            </a:r>
          </a:p>
        </p:txBody>
      </p:sp>
      <p:sp>
        <p:nvSpPr>
          <p:cNvPr id="4" name="Titel 3">
            <a:extLst>
              <a:ext uri="{FF2B5EF4-FFF2-40B4-BE49-F238E27FC236}">
                <a16:creationId xmlns:a16="http://schemas.microsoft.com/office/drawing/2014/main" id="{226DFC79-A953-7F01-C2AB-AC103C3FCB99}"/>
              </a:ext>
            </a:extLst>
          </p:cNvPr>
          <p:cNvSpPr>
            <a:spLocks noGrp="1"/>
          </p:cNvSpPr>
          <p:nvPr>
            <p:ph type="ctrTitle"/>
          </p:nvPr>
        </p:nvSpPr>
        <p:spPr>
          <a:xfrm>
            <a:off x="512722" y="729187"/>
            <a:ext cx="4568156" cy="2490593"/>
          </a:xfrm>
        </p:spPr>
        <p:txBody>
          <a:bodyPr/>
          <a:lstStyle/>
          <a:p>
            <a:r>
              <a:rPr lang="nl-NL" dirty="0"/>
              <a:t>LEGENDA</a:t>
            </a:r>
          </a:p>
        </p:txBody>
      </p:sp>
      <p:sp>
        <p:nvSpPr>
          <p:cNvPr id="6" name="Tijdelijke aanduiding voor tekst 5">
            <a:extLst>
              <a:ext uri="{FF2B5EF4-FFF2-40B4-BE49-F238E27FC236}">
                <a16:creationId xmlns:a16="http://schemas.microsoft.com/office/drawing/2014/main" id="{8C4DEDEA-FCA0-F3AD-DF0A-BE51A81C703A}"/>
              </a:ext>
            </a:extLst>
          </p:cNvPr>
          <p:cNvSpPr>
            <a:spLocks noGrp="1"/>
          </p:cNvSpPr>
          <p:nvPr>
            <p:ph type="body" sz="quarter" idx="25"/>
          </p:nvPr>
        </p:nvSpPr>
        <p:spPr/>
        <p:txBody>
          <a:bodyPr/>
          <a:lstStyle/>
          <a:p>
            <a:r>
              <a:rPr lang="en-GB" dirty="0"/>
              <a:t> </a:t>
            </a:r>
          </a:p>
        </p:txBody>
      </p:sp>
      <p:sp>
        <p:nvSpPr>
          <p:cNvPr id="7" name="Tijdelijke aanduiding voor tekst 6">
            <a:extLst>
              <a:ext uri="{FF2B5EF4-FFF2-40B4-BE49-F238E27FC236}">
                <a16:creationId xmlns:a16="http://schemas.microsoft.com/office/drawing/2014/main" id="{3DB6FE45-BF44-775C-FC8F-13DEE878364B}"/>
              </a:ext>
            </a:extLst>
          </p:cNvPr>
          <p:cNvSpPr>
            <a:spLocks noGrp="1"/>
          </p:cNvSpPr>
          <p:nvPr>
            <p:ph type="body" sz="quarter" idx="26"/>
          </p:nvPr>
        </p:nvSpPr>
        <p:spPr/>
        <p:txBody>
          <a:bodyPr/>
          <a:lstStyle/>
          <a:p>
            <a:r>
              <a:rPr lang="en-GB" dirty="0"/>
              <a:t> </a:t>
            </a:r>
          </a:p>
        </p:txBody>
      </p:sp>
    </p:spTree>
    <p:extLst>
      <p:ext uri="{BB962C8B-B14F-4D97-AF65-F5344CB8AC3E}">
        <p14:creationId xmlns:p14="http://schemas.microsoft.com/office/powerpoint/2010/main" val="708147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jdelijke aanduiding voor tekst 5">
            <a:extLst>
              <a:ext uri="{FF2B5EF4-FFF2-40B4-BE49-F238E27FC236}">
                <a16:creationId xmlns:a16="http://schemas.microsoft.com/office/drawing/2014/main" id="{B6FFAC60-6CC7-9F5D-9343-277D09C466F3}"/>
              </a:ext>
            </a:extLst>
          </p:cNvPr>
          <p:cNvSpPr>
            <a:spLocks noGrp="1"/>
          </p:cNvSpPr>
          <p:nvPr>
            <p:ph type="body" sz="quarter" idx="13"/>
          </p:nvPr>
        </p:nvSpPr>
        <p:spPr>
          <a:xfrm>
            <a:off x="731838" y="719138"/>
            <a:ext cx="2997681" cy="633412"/>
          </a:xfrm>
        </p:spPr>
        <p:txBody>
          <a:bodyPr/>
          <a:lstStyle/>
          <a:p>
            <a:r>
              <a:rPr lang="nl-NL" dirty="0"/>
              <a:t>DESIGN ELEMENTEN</a:t>
            </a:r>
          </a:p>
        </p:txBody>
      </p:sp>
      <p:sp>
        <p:nvSpPr>
          <p:cNvPr id="9" name="Tijdelijke aanduiding voor tekst 8">
            <a:extLst>
              <a:ext uri="{FF2B5EF4-FFF2-40B4-BE49-F238E27FC236}">
                <a16:creationId xmlns:a16="http://schemas.microsoft.com/office/drawing/2014/main" id="{1C58F890-4FB2-2098-0660-7D781AA27C5D}"/>
              </a:ext>
            </a:extLst>
          </p:cNvPr>
          <p:cNvSpPr>
            <a:spLocks noGrp="1"/>
          </p:cNvSpPr>
          <p:nvPr>
            <p:ph type="body" sz="quarter" idx="23"/>
          </p:nvPr>
        </p:nvSpPr>
        <p:spPr>
          <a:xfrm>
            <a:off x="719138" y="1592263"/>
            <a:ext cx="7157700" cy="391886"/>
          </a:xfrm>
        </p:spPr>
        <p:txBody>
          <a:bodyPr/>
          <a:lstStyle/>
          <a:p>
            <a:r>
              <a:rPr lang="nl-NL" dirty="0"/>
              <a:t>Slide Deck</a:t>
            </a:r>
          </a:p>
        </p:txBody>
      </p:sp>
      <p:sp>
        <p:nvSpPr>
          <p:cNvPr id="7" name="Tijdelijke aanduiding voor tekst 6">
            <a:extLst>
              <a:ext uri="{FF2B5EF4-FFF2-40B4-BE49-F238E27FC236}">
                <a16:creationId xmlns:a16="http://schemas.microsoft.com/office/drawing/2014/main" id="{6353BA6A-4E0F-8717-D60F-3C373C194A51}"/>
              </a:ext>
            </a:extLst>
          </p:cNvPr>
          <p:cNvSpPr>
            <a:spLocks noGrp="1"/>
          </p:cNvSpPr>
          <p:nvPr>
            <p:ph type="body" sz="quarter" idx="21"/>
          </p:nvPr>
        </p:nvSpPr>
        <p:spPr>
          <a:xfrm>
            <a:off x="732032" y="2388870"/>
            <a:ext cx="7144806" cy="3453130"/>
          </a:xfrm>
        </p:spPr>
        <p:txBody>
          <a:bodyPr/>
          <a:lstStyle/>
          <a:p>
            <a:r>
              <a:rPr lang="nl-NL" dirty="0"/>
              <a:t>Een slide deck is een set van verschillende vooraf </a:t>
            </a:r>
            <a:br>
              <a:rPr lang="nl-NL" dirty="0"/>
            </a:br>
            <a:r>
              <a:rPr lang="nl-NL" dirty="0"/>
              <a:t>opgemaakte slides die jou helpen om goed en snel </a:t>
            </a:r>
            <a:br>
              <a:rPr lang="nl-NL" dirty="0"/>
            </a:br>
            <a:r>
              <a:rPr lang="nl-NL" dirty="0"/>
              <a:t>PowerPointpresentaties te maken.</a:t>
            </a:r>
          </a:p>
          <a:p>
            <a:r>
              <a:rPr lang="nl-NL" dirty="0"/>
              <a:t>In de voorbeelden vind je verschillende soorten slides </a:t>
            </a:r>
            <a:br>
              <a:rPr lang="nl-NL" dirty="0"/>
            </a:br>
            <a:r>
              <a:rPr lang="nl-NL" dirty="0"/>
              <a:t>om jou op weg te helpen.</a:t>
            </a:r>
          </a:p>
        </p:txBody>
      </p:sp>
      <p:sp>
        <p:nvSpPr>
          <p:cNvPr id="5" name="Tijdelijke aanduiding voor tekst 4">
            <a:extLst>
              <a:ext uri="{FF2B5EF4-FFF2-40B4-BE49-F238E27FC236}">
                <a16:creationId xmlns:a16="http://schemas.microsoft.com/office/drawing/2014/main" id="{2CE6236A-5D8B-1F44-2BF2-AE13016E8B98}"/>
              </a:ext>
            </a:extLst>
          </p:cNvPr>
          <p:cNvSpPr>
            <a:spLocks noGrp="1"/>
          </p:cNvSpPr>
          <p:nvPr>
            <p:ph type="body" sz="quarter" idx="24"/>
          </p:nvPr>
        </p:nvSpPr>
        <p:spPr/>
        <p:txBody>
          <a:bodyPr/>
          <a:lstStyle/>
          <a:p>
            <a:r>
              <a:rPr lang="en-GB" dirty="0"/>
              <a:t> </a:t>
            </a:r>
          </a:p>
        </p:txBody>
      </p:sp>
    </p:spTree>
    <p:extLst>
      <p:ext uri="{BB962C8B-B14F-4D97-AF65-F5344CB8AC3E}">
        <p14:creationId xmlns:p14="http://schemas.microsoft.com/office/powerpoint/2010/main" val="352332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EA660661-0E48-2D44-F149-E7526838615B}"/>
              </a:ext>
            </a:extLst>
          </p:cNvPr>
          <p:cNvSpPr>
            <a:spLocks noGrp="1"/>
          </p:cNvSpPr>
          <p:nvPr>
            <p:ph type="ctrTitle"/>
          </p:nvPr>
        </p:nvSpPr>
        <p:spPr>
          <a:xfrm>
            <a:off x="720726" y="813267"/>
            <a:ext cx="10767635" cy="873125"/>
          </a:xfrm>
        </p:spPr>
        <p:txBody>
          <a:bodyPr/>
          <a:lstStyle/>
          <a:p>
            <a:r>
              <a:rPr lang="nl-NL" sz="3200" dirty="0"/>
              <a:t>ontwerpregels</a:t>
            </a:r>
          </a:p>
        </p:txBody>
      </p:sp>
      <p:sp>
        <p:nvSpPr>
          <p:cNvPr id="11" name="Tijdelijke aanduiding voor tekst 10">
            <a:extLst>
              <a:ext uri="{FF2B5EF4-FFF2-40B4-BE49-F238E27FC236}">
                <a16:creationId xmlns:a16="http://schemas.microsoft.com/office/drawing/2014/main" id="{A9FCBB18-4430-BFAF-37BE-B0308B3CF403}"/>
              </a:ext>
            </a:extLst>
          </p:cNvPr>
          <p:cNvSpPr>
            <a:spLocks noGrp="1"/>
          </p:cNvSpPr>
          <p:nvPr>
            <p:ph type="body" sz="quarter" idx="21"/>
          </p:nvPr>
        </p:nvSpPr>
        <p:spPr>
          <a:xfrm>
            <a:off x="703639" y="1382846"/>
            <a:ext cx="10752135" cy="6013036"/>
          </a:xfrm>
        </p:spPr>
        <p:txBody>
          <a:bodyPr/>
          <a:lstStyle/>
          <a:p>
            <a:r>
              <a:rPr lang="nl-NL" dirty="0"/>
              <a:t>De volgende ontwerpregels helpen om de merkidentiteit van </a:t>
            </a:r>
            <a:r>
              <a:rPr lang="nl-NL" dirty="0" err="1"/>
              <a:t>Avans</a:t>
            </a:r>
            <a:r>
              <a:rPr lang="nl-NL" dirty="0"/>
              <a:t> te behouden. Zorg ervoor dat de dia’s aansluiten bij de visuele identiteit van </a:t>
            </a:r>
            <a:r>
              <a:rPr lang="nl-NL" dirty="0" err="1"/>
              <a:t>Avans</a:t>
            </a:r>
            <a:r>
              <a:rPr lang="nl-NL" dirty="0"/>
              <a:t>.</a:t>
            </a:r>
          </a:p>
          <a:p>
            <a:pPr marL="285750" indent="-285750">
              <a:buFont typeface="Arial" panose="020B0604020202020204" pitchFamily="34" charset="0"/>
              <a:buChar char="•"/>
            </a:pPr>
            <a:r>
              <a:rPr lang="nl-NL" b="1" dirty="0"/>
              <a:t>Typografie: </a:t>
            </a:r>
            <a:r>
              <a:rPr lang="nl-NL" dirty="0"/>
              <a:t>Gebruik </a:t>
            </a:r>
            <a:r>
              <a:rPr lang="nl-NL" dirty="0" err="1"/>
              <a:t>Arial</a:t>
            </a:r>
            <a:r>
              <a:rPr lang="nl-NL" dirty="0"/>
              <a:t> </a:t>
            </a:r>
            <a:r>
              <a:rPr lang="nl-NL" dirty="0" err="1"/>
              <a:t>Narrow</a:t>
            </a:r>
            <a:r>
              <a:rPr lang="nl-NL" dirty="0"/>
              <a:t> </a:t>
            </a:r>
            <a:r>
              <a:rPr lang="nl-NL" dirty="0" err="1"/>
              <a:t>Bold</a:t>
            </a:r>
            <a:r>
              <a:rPr lang="nl-NL" dirty="0"/>
              <a:t> Italic voor titels in hoofdletters en </a:t>
            </a:r>
            <a:r>
              <a:rPr lang="nl-NL" dirty="0" err="1"/>
              <a:t>Arial</a:t>
            </a:r>
            <a:r>
              <a:rPr lang="nl-NL" dirty="0"/>
              <a:t> </a:t>
            </a:r>
            <a:r>
              <a:rPr lang="nl-NL" dirty="0" err="1"/>
              <a:t>regular</a:t>
            </a:r>
            <a:r>
              <a:rPr lang="nl-NL" dirty="0"/>
              <a:t> voor de broodtekst consistent om de leesbaarheid te behouden.</a:t>
            </a:r>
          </a:p>
          <a:p>
            <a:pPr marL="285750" indent="-285750">
              <a:buFont typeface="Arial" panose="020B0604020202020204" pitchFamily="34" charset="0"/>
              <a:buChar char="•"/>
            </a:pPr>
            <a:r>
              <a:rPr lang="nl-NL" b="1" dirty="0"/>
              <a:t>Kleurenpalet</a:t>
            </a:r>
            <a:r>
              <a:rPr lang="nl-NL" dirty="0"/>
              <a:t>: Houd je aan het vastgesteld kleurenpalet.</a:t>
            </a:r>
          </a:p>
          <a:p>
            <a:pPr marL="285750" indent="-285750">
              <a:buFont typeface="Arial" panose="020B0604020202020204" pitchFamily="34" charset="0"/>
              <a:buChar char="•"/>
            </a:pPr>
            <a:r>
              <a:rPr lang="nl-NL" b="1" dirty="0"/>
              <a:t>Indeling en raster</a:t>
            </a:r>
            <a:r>
              <a:rPr lang="nl-NL" dirty="0"/>
              <a:t>: Volg de vooraf gedefinieerde indeling en rasterstructuur voor elk </a:t>
            </a:r>
            <a:r>
              <a:rPr lang="nl-NL" dirty="0" err="1"/>
              <a:t>diatype</a:t>
            </a:r>
            <a:r>
              <a:rPr lang="nl-NL" dirty="0"/>
              <a:t>.</a:t>
            </a:r>
          </a:p>
          <a:p>
            <a:pPr marL="285750" indent="-285750">
              <a:buFont typeface="Arial" panose="020B0604020202020204" pitchFamily="34" charset="0"/>
              <a:buChar char="•"/>
            </a:pPr>
            <a:r>
              <a:rPr lang="nl-NL" b="1" dirty="0"/>
              <a:t>Beeldmateriaal</a:t>
            </a:r>
            <a:r>
              <a:rPr lang="nl-NL" dirty="0"/>
              <a:t>: Kies afbeeldingen en ander beeldmateriaal uit de beeldbank van </a:t>
            </a:r>
            <a:r>
              <a:rPr lang="nl-NL" dirty="0" err="1"/>
              <a:t>Avans</a:t>
            </a:r>
            <a:r>
              <a:rPr lang="nl-NL" dirty="0"/>
              <a:t>. Mocht er geen passend beeld beschikbaar zijn en je kiest voor een stockfoto, vermeld dan altijd de bron van het gebruikte beeld. Vermijd het gebruik van beeldmateriaal van lage kwaliteit of afwijkend beeldmateriaal.</a:t>
            </a:r>
          </a:p>
          <a:p>
            <a:endParaRPr lang="nl-NL" sz="1400" dirty="0"/>
          </a:p>
        </p:txBody>
      </p:sp>
      <p:sp>
        <p:nvSpPr>
          <p:cNvPr id="4" name="Tijdelijke aanduiding voor tekst 3">
            <a:extLst>
              <a:ext uri="{FF2B5EF4-FFF2-40B4-BE49-F238E27FC236}">
                <a16:creationId xmlns:a16="http://schemas.microsoft.com/office/drawing/2014/main" id="{252F3665-15F2-00B8-2067-002437140C5D}"/>
              </a:ext>
            </a:extLst>
          </p:cNvPr>
          <p:cNvSpPr>
            <a:spLocks noGrp="1"/>
          </p:cNvSpPr>
          <p:nvPr>
            <p:ph type="body" sz="quarter" idx="23"/>
          </p:nvPr>
        </p:nvSpPr>
        <p:spPr/>
        <p:txBody>
          <a:bodyPr/>
          <a:lstStyle/>
          <a:p>
            <a:r>
              <a:rPr lang="en-GB" dirty="0"/>
              <a:t> </a:t>
            </a:r>
          </a:p>
        </p:txBody>
      </p:sp>
      <p:sp>
        <p:nvSpPr>
          <p:cNvPr id="5" name="Tijdelijke aanduiding voor tekst 4">
            <a:extLst>
              <a:ext uri="{FF2B5EF4-FFF2-40B4-BE49-F238E27FC236}">
                <a16:creationId xmlns:a16="http://schemas.microsoft.com/office/drawing/2014/main" id="{18B4D0AA-050B-6865-FEC1-5FA5625FB5AA}"/>
              </a:ext>
            </a:extLst>
          </p:cNvPr>
          <p:cNvSpPr>
            <a:spLocks noGrp="1"/>
          </p:cNvSpPr>
          <p:nvPr>
            <p:ph type="body" sz="quarter" idx="24"/>
          </p:nvPr>
        </p:nvSpPr>
        <p:spPr/>
        <p:txBody>
          <a:bodyPr/>
          <a:lstStyle/>
          <a:p>
            <a:r>
              <a:rPr lang="en-GB" dirty="0"/>
              <a:t> </a:t>
            </a:r>
          </a:p>
        </p:txBody>
      </p:sp>
    </p:spTree>
    <p:extLst>
      <p:ext uri="{BB962C8B-B14F-4D97-AF65-F5344CB8AC3E}">
        <p14:creationId xmlns:p14="http://schemas.microsoft.com/office/powerpoint/2010/main" val="3593199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BD2505-A6FF-DF1E-30BE-8CF17B3BEDA8}"/>
              </a:ext>
            </a:extLst>
          </p:cNvPr>
          <p:cNvSpPr>
            <a:spLocks noGrp="1"/>
          </p:cNvSpPr>
          <p:nvPr>
            <p:ph type="title"/>
          </p:nvPr>
        </p:nvSpPr>
        <p:spPr/>
        <p:txBody>
          <a:bodyPr/>
          <a:lstStyle/>
          <a:p>
            <a:r>
              <a:rPr lang="nl-NL" dirty="0"/>
              <a:t>ontwerpregels</a:t>
            </a:r>
          </a:p>
        </p:txBody>
      </p:sp>
      <p:sp>
        <p:nvSpPr>
          <p:cNvPr id="3" name="Tijdelijke aanduiding voor tekst 2">
            <a:extLst>
              <a:ext uri="{FF2B5EF4-FFF2-40B4-BE49-F238E27FC236}">
                <a16:creationId xmlns:a16="http://schemas.microsoft.com/office/drawing/2014/main" id="{56FC4FC7-EB8A-277B-4607-4DA75C699656}"/>
              </a:ext>
            </a:extLst>
          </p:cNvPr>
          <p:cNvSpPr>
            <a:spLocks noGrp="1"/>
          </p:cNvSpPr>
          <p:nvPr>
            <p:ph type="body" sz="quarter" idx="23"/>
          </p:nvPr>
        </p:nvSpPr>
        <p:spPr/>
        <p:txBody>
          <a:bodyPr/>
          <a:lstStyle/>
          <a:p>
            <a:endParaRPr lang="nl-NL"/>
          </a:p>
        </p:txBody>
      </p:sp>
      <p:sp>
        <p:nvSpPr>
          <p:cNvPr id="4" name="Tijdelijke aanduiding voor tekst 3">
            <a:extLst>
              <a:ext uri="{FF2B5EF4-FFF2-40B4-BE49-F238E27FC236}">
                <a16:creationId xmlns:a16="http://schemas.microsoft.com/office/drawing/2014/main" id="{2CEE27C6-DDA0-36A4-9006-2DA6447E10AB}"/>
              </a:ext>
            </a:extLst>
          </p:cNvPr>
          <p:cNvSpPr>
            <a:spLocks noGrp="1"/>
          </p:cNvSpPr>
          <p:nvPr>
            <p:ph type="body" sz="quarter" idx="24"/>
          </p:nvPr>
        </p:nvSpPr>
        <p:spPr/>
        <p:txBody>
          <a:bodyPr/>
          <a:lstStyle/>
          <a:p>
            <a:endParaRPr lang="nl-NL"/>
          </a:p>
        </p:txBody>
      </p:sp>
      <p:sp>
        <p:nvSpPr>
          <p:cNvPr id="7" name="Tijdelijke aanduiding voor tekst 10">
            <a:extLst>
              <a:ext uri="{FF2B5EF4-FFF2-40B4-BE49-F238E27FC236}">
                <a16:creationId xmlns:a16="http://schemas.microsoft.com/office/drawing/2014/main" id="{0261C02D-1BB1-3665-5502-FC0FEFB05435}"/>
              </a:ext>
            </a:extLst>
          </p:cNvPr>
          <p:cNvSpPr txBox="1">
            <a:spLocks/>
          </p:cNvSpPr>
          <p:nvPr/>
        </p:nvSpPr>
        <p:spPr>
          <a:xfrm>
            <a:off x="612356" y="1342505"/>
            <a:ext cx="10752135" cy="6013036"/>
          </a:xfrm>
          <a:prstGeom prst="rect">
            <a:avLst/>
          </a:prstGeom>
        </p:spPr>
        <p:txBody>
          <a:bodyPr/>
          <a:lstStyle>
            <a:lvl1pPr marL="174625" indent="-174625" algn="l" defTabSz="914400" rtl="0" eaLnBrk="1" latinLnBrk="0" hangingPunct="1">
              <a:lnSpc>
                <a:spcPct val="120000"/>
              </a:lnSpc>
              <a:spcBef>
                <a:spcPts val="6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1pPr>
            <a:lvl2pPr marL="355600" indent="-177800" algn="l" defTabSz="914400" rtl="0" eaLnBrk="1" latinLnBrk="0" hangingPunct="1">
              <a:lnSpc>
                <a:spcPct val="120000"/>
              </a:lnSpc>
              <a:spcBef>
                <a:spcPts val="600"/>
              </a:spcBef>
              <a:spcAft>
                <a:spcPts val="600"/>
              </a:spcAft>
              <a:buClr>
                <a:schemeClr val="accent3"/>
              </a:buClr>
              <a:buFont typeface="Arial" panose="020B0604020202020204" pitchFamily="34" charset="0"/>
              <a:buChar char="•"/>
              <a:tabLst/>
              <a:defRPr sz="1600" kern="1200">
                <a:solidFill>
                  <a:schemeClr val="tx1"/>
                </a:solidFill>
                <a:latin typeface="+mn-lt"/>
                <a:ea typeface="+mn-ea"/>
                <a:cs typeface="+mn-cs"/>
              </a:defRPr>
            </a:lvl2pPr>
            <a:lvl3pPr marL="531813" indent="-171450" algn="l" defTabSz="914400" rtl="0" eaLnBrk="1" latinLnBrk="0" hangingPunct="1">
              <a:lnSpc>
                <a:spcPct val="120000"/>
              </a:lnSpc>
              <a:spcBef>
                <a:spcPts val="600"/>
              </a:spcBef>
              <a:spcAft>
                <a:spcPts val="600"/>
              </a:spcAft>
              <a:buClr>
                <a:schemeClr val="accent4"/>
              </a:buClr>
              <a:buFont typeface="Segoe UI Light" panose="020B0502040204020203" pitchFamily="34" charset="0"/>
              <a:buChar char="–"/>
              <a:defRPr sz="1400" kern="1200">
                <a:solidFill>
                  <a:schemeClr val="tx1"/>
                </a:solidFill>
                <a:latin typeface="+mn-lt"/>
                <a:ea typeface="+mn-ea"/>
                <a:cs typeface="+mn-cs"/>
              </a:defRPr>
            </a:lvl3pPr>
            <a:lvl4pPr marL="0" indent="0" algn="l" defTabSz="914400" rtl="0" eaLnBrk="1" latinLnBrk="0" hangingPunct="1">
              <a:lnSpc>
                <a:spcPct val="120000"/>
              </a:lnSpc>
              <a:spcBef>
                <a:spcPts val="600"/>
              </a:spcBef>
              <a:spcAft>
                <a:spcPts val="600"/>
              </a:spcAft>
              <a:buFont typeface="Arial" panose="020B06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120000"/>
              </a:lnSpc>
              <a:spcBef>
                <a:spcPts val="600"/>
              </a:spcBef>
              <a:spcAft>
                <a:spcPts val="600"/>
              </a:spcAft>
              <a:buFont typeface="Arial" panose="020B06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800" b="0" kern="1200" cap="none" baseline="0">
                <a:solidFill>
                  <a:schemeClr val="tx1"/>
                </a:solidFill>
                <a:latin typeface="+mj-lt"/>
                <a:ea typeface="+mn-ea"/>
                <a:cs typeface="+mn-cs"/>
              </a:defRPr>
            </a:lvl6pPr>
            <a:lvl7pPr marL="268288" indent="-268288" algn="l" defTabSz="914400" rtl="0" eaLnBrk="1" latinLnBrk="0" hangingPunct="1">
              <a:lnSpc>
                <a:spcPct val="120000"/>
              </a:lnSpc>
              <a:spcBef>
                <a:spcPts val="600"/>
              </a:spcBef>
              <a:spcAft>
                <a:spcPts val="600"/>
              </a:spcAft>
              <a:buClr>
                <a:schemeClr val="accent1"/>
              </a:buClr>
              <a:buFont typeface="+mj-lt"/>
              <a:buAutoNum type="arabicPeriod"/>
              <a:tabLst/>
              <a:defRPr sz="1600" kern="1200">
                <a:solidFill>
                  <a:schemeClr val="tx1"/>
                </a:solidFill>
                <a:latin typeface="+mn-lt"/>
                <a:ea typeface="+mn-ea"/>
                <a:cs typeface="+mn-cs"/>
              </a:defRPr>
            </a:lvl7pPr>
            <a:lvl8pPr marL="536575" indent="-268288" algn="l" defTabSz="914400" rtl="0" eaLnBrk="1" latinLnBrk="0" hangingPunct="1">
              <a:lnSpc>
                <a:spcPct val="120000"/>
              </a:lnSpc>
              <a:spcBef>
                <a:spcPts val="600"/>
              </a:spcBef>
              <a:spcAft>
                <a:spcPts val="600"/>
              </a:spcAft>
              <a:buClr>
                <a:schemeClr val="accent2"/>
              </a:buClr>
              <a:buFont typeface="+mj-lt"/>
              <a:buAutoNum type="alphaLcPeriod"/>
              <a:defRPr sz="1400" kern="1200">
                <a:solidFill>
                  <a:schemeClr val="tx1"/>
                </a:solidFill>
                <a:latin typeface="+mn-lt"/>
                <a:ea typeface="+mn-ea"/>
                <a:cs typeface="+mn-cs"/>
              </a:defRPr>
            </a:lvl8pPr>
            <a:lvl9pPr marL="0" indent="0" algn="l" defTabSz="914400" rtl="0" eaLnBrk="1" latinLnBrk="0" hangingPunct="1">
              <a:lnSpc>
                <a:spcPct val="120000"/>
              </a:lnSpc>
              <a:spcBef>
                <a:spcPts val="600"/>
              </a:spcBef>
              <a:spcAft>
                <a:spcPts val="600"/>
              </a:spcAft>
              <a:buClr>
                <a:schemeClr val="accent1"/>
              </a:buClr>
              <a:buFont typeface="Arial" panose="020B0604020202020204" pitchFamily="34" charset="0"/>
              <a:buNone/>
              <a:defRPr sz="1100" i="1" kern="1200">
                <a:solidFill>
                  <a:schemeClr val="tx1"/>
                </a:solidFill>
                <a:latin typeface="+mn-lt"/>
                <a:ea typeface="+mn-ea"/>
                <a:cs typeface="+mn-cs"/>
              </a:defRPr>
            </a:lvl9pPr>
          </a:lstStyle>
          <a:p>
            <a:pPr marL="285750" indent="-285750"/>
            <a:r>
              <a:rPr lang="nl-NL" b="1" dirty="0"/>
              <a:t>Datavisualisatie</a:t>
            </a:r>
            <a:r>
              <a:rPr lang="nl-NL" dirty="0"/>
              <a:t>: Gebruik bij het presenteren van gegevens diagrammen binnen de themakleuren en typografie om duidelijkheid en samenhang te garanderen.</a:t>
            </a:r>
          </a:p>
          <a:p>
            <a:pPr marL="285750" indent="-285750"/>
            <a:r>
              <a:rPr lang="nl-NL" b="1" dirty="0"/>
              <a:t>Consistentie van de inhoud: </a:t>
            </a:r>
            <a:r>
              <a:rPr lang="nl-NL" dirty="0"/>
              <a:t>Controleer nogmaals de nauwkeurigheid en relevantie van de inhoud op elke dia. Verouderde of onjuiste informatie kan je boodschap afzwakken.</a:t>
            </a:r>
          </a:p>
          <a:p>
            <a:pPr marL="285750" indent="-285750"/>
            <a:r>
              <a:rPr lang="nl-NL" b="1" dirty="0"/>
              <a:t>Voettekst &amp; datum: </a:t>
            </a:r>
            <a:r>
              <a:rPr lang="nl-NL" dirty="0"/>
              <a:t>Je kunt een voettekst of datum invoegen als je een bronvermelding, soort klas of projectnummer wilt weergeven. Dat doe je door ‘invoegen’ bovenin aan te klikken, vervolgens Kop- en voettekst… en bij de invulvelden van datum en/of voettekst vul je je eigen inhoud in en pas je dat toe op 1 dia of alle dia’s.</a:t>
            </a:r>
          </a:p>
          <a:p>
            <a:endParaRPr lang="nl-NL" sz="1400" dirty="0"/>
          </a:p>
        </p:txBody>
      </p:sp>
    </p:spTree>
    <p:extLst>
      <p:ext uri="{BB962C8B-B14F-4D97-AF65-F5344CB8AC3E}">
        <p14:creationId xmlns:p14="http://schemas.microsoft.com/office/powerpoint/2010/main" val="3089705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svg="http://schemas.microsoft.com/office/drawing/2016/SVG/main" xmlns:p15="http://schemas.microsoft.com/office/powerpoint/2012/main"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2707939A-463F-F7FC-CC43-B4D692756F03}"/>
              </a:ext>
            </a:extLst>
          </p:cNvPr>
          <p:cNvSpPr>
            <a:spLocks noGrp="1"/>
          </p:cNvSpPr>
          <p:nvPr>
            <p:ph type="ctrTitle"/>
          </p:nvPr>
        </p:nvSpPr>
        <p:spPr>
          <a:xfrm>
            <a:off x="5041557" y="1902259"/>
            <a:ext cx="6429717" cy="1526741"/>
          </a:xfrm>
        </p:spPr>
        <p:txBody>
          <a:bodyPr/>
          <a:lstStyle/>
          <a:p>
            <a:r>
              <a:rPr lang="nl-NL" dirty="0"/>
              <a:t>CONSISTENTIE &amp; CREATIVITEIT</a:t>
            </a:r>
          </a:p>
        </p:txBody>
      </p:sp>
      <p:sp>
        <p:nvSpPr>
          <p:cNvPr id="7" name="Tijdelijke aanduiding voor tekst 6">
            <a:extLst>
              <a:ext uri="{FF2B5EF4-FFF2-40B4-BE49-F238E27FC236}">
                <a16:creationId xmlns:a16="http://schemas.microsoft.com/office/drawing/2014/main" id="{C3827C7E-73A6-ECBE-265B-5C28C69E9943}"/>
              </a:ext>
            </a:extLst>
          </p:cNvPr>
          <p:cNvSpPr>
            <a:spLocks noGrp="1"/>
          </p:cNvSpPr>
          <p:nvPr>
            <p:ph type="body" sz="quarter" idx="21"/>
          </p:nvPr>
        </p:nvSpPr>
        <p:spPr>
          <a:xfrm>
            <a:off x="5041557" y="3513698"/>
            <a:ext cx="6429717" cy="2328302"/>
          </a:xfrm>
        </p:spPr>
        <p:txBody>
          <a:bodyPr/>
          <a:lstStyle/>
          <a:p>
            <a:pPr lvl="3"/>
            <a:r>
              <a:rPr lang="nl-NL" dirty="0"/>
              <a:t>Samen zijn we verantwoordelijk voor het bewaken van consistentie en kwaliteit. Dat is van cruciaal belang om de integriteit van ons merk te behouden en herkenbaar en professioneel te blijven.</a:t>
            </a:r>
          </a:p>
          <a:p>
            <a:pPr lvl="3"/>
            <a:r>
              <a:rPr lang="nl-NL" dirty="0"/>
              <a:t>Hoewel het </a:t>
            </a:r>
            <a:r>
              <a:rPr lang="nl-NL" dirty="0" err="1"/>
              <a:t>Avans</a:t>
            </a:r>
            <a:r>
              <a:rPr lang="nl-NL" dirty="0"/>
              <a:t>-sjabloon een basis biedt, kan het natuurlijk zijn dat jouw presentatie unieke elementen nodig heeft. Mis je iets of wil je graag extra dia’s laten maken? Stuur dan een </a:t>
            </a:r>
            <a:br>
              <a:rPr lang="nl-NL" dirty="0"/>
            </a:br>
            <a:r>
              <a:rPr lang="nl-NL" dirty="0"/>
              <a:t>e-mail naar: studio.dmcs@avans.nl</a:t>
            </a:r>
          </a:p>
        </p:txBody>
      </p:sp>
      <p:sp>
        <p:nvSpPr>
          <p:cNvPr id="4" name="Tijdelijke aanduiding voor tekst 3">
            <a:extLst>
              <a:ext uri="{FF2B5EF4-FFF2-40B4-BE49-F238E27FC236}">
                <a16:creationId xmlns:a16="http://schemas.microsoft.com/office/drawing/2014/main" id="{E849EB0D-46B9-C4CC-5A25-1EEE12463813}"/>
              </a:ext>
            </a:extLst>
          </p:cNvPr>
          <p:cNvSpPr>
            <a:spLocks noGrp="1"/>
          </p:cNvSpPr>
          <p:nvPr>
            <p:ph type="body" sz="quarter" idx="23"/>
          </p:nvPr>
        </p:nvSpPr>
        <p:spPr/>
        <p:txBody>
          <a:bodyPr/>
          <a:lstStyle/>
          <a:p>
            <a:r>
              <a:rPr lang="en-GB" dirty="0"/>
              <a:t> </a:t>
            </a:r>
          </a:p>
        </p:txBody>
      </p:sp>
      <p:sp>
        <p:nvSpPr>
          <p:cNvPr id="5" name="Tijdelijke aanduiding voor tekst 4">
            <a:extLst>
              <a:ext uri="{FF2B5EF4-FFF2-40B4-BE49-F238E27FC236}">
                <a16:creationId xmlns:a16="http://schemas.microsoft.com/office/drawing/2014/main" id="{7559DA9B-66A0-B46A-6A1F-A3AA244B9090}"/>
              </a:ext>
            </a:extLst>
          </p:cNvPr>
          <p:cNvSpPr>
            <a:spLocks noGrp="1"/>
          </p:cNvSpPr>
          <p:nvPr>
            <p:ph type="body" sz="quarter" idx="24"/>
          </p:nvPr>
        </p:nvSpPr>
        <p:spPr/>
        <p:txBody>
          <a:bodyPr/>
          <a:lstStyle/>
          <a:p>
            <a:r>
              <a:rPr lang="en-GB" dirty="0"/>
              <a:t> </a:t>
            </a:r>
          </a:p>
        </p:txBody>
      </p:sp>
    </p:spTree>
    <p:extLst>
      <p:ext uri="{BB962C8B-B14F-4D97-AF65-F5344CB8AC3E}">
        <p14:creationId xmlns:p14="http://schemas.microsoft.com/office/powerpoint/2010/main" val="599929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155CADF8-A836-7616-F795-5AA6AA899CAF}"/>
              </a:ext>
            </a:extLst>
          </p:cNvPr>
          <p:cNvSpPr>
            <a:spLocks noGrp="1"/>
          </p:cNvSpPr>
          <p:nvPr>
            <p:ph type="ctrTitle"/>
          </p:nvPr>
        </p:nvSpPr>
        <p:spPr>
          <a:xfrm>
            <a:off x="703639" y="719138"/>
            <a:ext cx="10767635" cy="5122862"/>
          </a:xfrm>
        </p:spPr>
        <p:txBody>
          <a:bodyPr/>
          <a:lstStyle/>
          <a:p>
            <a:pPr>
              <a:lnSpc>
                <a:spcPct val="80000"/>
              </a:lnSpc>
            </a:pPr>
            <a:r>
              <a:rPr lang="nl-NL" dirty="0"/>
              <a:t>Slide</a:t>
            </a:r>
            <a:br>
              <a:rPr lang="nl-NL" dirty="0"/>
            </a:br>
            <a:r>
              <a:rPr lang="nl-NL" dirty="0"/>
              <a:t>voorbeelden</a:t>
            </a:r>
          </a:p>
        </p:txBody>
      </p:sp>
      <p:sp>
        <p:nvSpPr>
          <p:cNvPr id="9" name="Tijdelijke aanduiding voor tekst 8">
            <a:extLst>
              <a:ext uri="{FF2B5EF4-FFF2-40B4-BE49-F238E27FC236}">
                <a16:creationId xmlns:a16="http://schemas.microsoft.com/office/drawing/2014/main" id="{1330501B-AFA1-1D51-D81F-5D08B1A81036}"/>
              </a:ext>
            </a:extLst>
          </p:cNvPr>
          <p:cNvSpPr>
            <a:spLocks noGrp="1"/>
          </p:cNvSpPr>
          <p:nvPr>
            <p:ph type="body" sz="quarter" idx="24"/>
          </p:nvPr>
        </p:nvSpPr>
        <p:spPr>
          <a:xfrm>
            <a:off x="11007725" y="6400800"/>
            <a:ext cx="1074738" cy="428625"/>
          </a:xfrm>
        </p:spPr>
        <p:txBody>
          <a:bodyPr/>
          <a:lstStyle/>
          <a:p>
            <a:r>
              <a:rPr lang="nl-NL" dirty="0"/>
              <a:t> </a:t>
            </a:r>
          </a:p>
        </p:txBody>
      </p:sp>
    </p:spTree>
    <p:extLst>
      <p:ext uri="{BB962C8B-B14F-4D97-AF65-F5344CB8AC3E}">
        <p14:creationId xmlns:p14="http://schemas.microsoft.com/office/powerpoint/2010/main" val="2863197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EBB3BDD0-5520-5D3B-613C-2264D666D4E2}"/>
              </a:ext>
            </a:extLst>
          </p:cNvPr>
          <p:cNvSpPr>
            <a:spLocks noGrp="1"/>
          </p:cNvSpPr>
          <p:nvPr>
            <p:ph type="body" sz="quarter" idx="13"/>
          </p:nvPr>
        </p:nvSpPr>
        <p:spPr>
          <a:xfrm>
            <a:off x="5971309" y="719138"/>
            <a:ext cx="3474208" cy="632811"/>
          </a:xfrm>
        </p:spPr>
        <p:txBody>
          <a:bodyPr/>
          <a:lstStyle/>
          <a:p>
            <a:r>
              <a:rPr lang="nl-NL" dirty="0"/>
              <a:t>Plaats voor een titel</a:t>
            </a:r>
          </a:p>
        </p:txBody>
      </p:sp>
      <p:sp>
        <p:nvSpPr>
          <p:cNvPr id="6" name="Tijdelijke aanduiding voor tekst 5">
            <a:extLst>
              <a:ext uri="{FF2B5EF4-FFF2-40B4-BE49-F238E27FC236}">
                <a16:creationId xmlns:a16="http://schemas.microsoft.com/office/drawing/2014/main" id="{21904786-8D49-4507-BDC6-500949E07245}"/>
              </a:ext>
            </a:extLst>
          </p:cNvPr>
          <p:cNvSpPr>
            <a:spLocks noGrp="1"/>
          </p:cNvSpPr>
          <p:nvPr>
            <p:ph type="body" sz="quarter" idx="23"/>
          </p:nvPr>
        </p:nvSpPr>
        <p:spPr>
          <a:xfrm>
            <a:off x="5971309" y="1592263"/>
            <a:ext cx="5502558" cy="391886"/>
          </a:xfrm>
        </p:spPr>
        <p:txBody>
          <a:bodyPr/>
          <a:lstStyle/>
          <a:p>
            <a:r>
              <a:rPr lang="nl-NL" dirty="0"/>
              <a:t>Ondertitel</a:t>
            </a:r>
          </a:p>
        </p:txBody>
      </p:sp>
      <p:sp>
        <p:nvSpPr>
          <p:cNvPr id="5" name="Tijdelijke aanduiding voor tekst 4">
            <a:extLst>
              <a:ext uri="{FF2B5EF4-FFF2-40B4-BE49-F238E27FC236}">
                <a16:creationId xmlns:a16="http://schemas.microsoft.com/office/drawing/2014/main" id="{764DED0F-7308-AFE8-D555-819FEEC7199A}"/>
              </a:ext>
            </a:extLst>
          </p:cNvPr>
          <p:cNvSpPr>
            <a:spLocks noGrp="1"/>
          </p:cNvSpPr>
          <p:nvPr>
            <p:ph type="body" sz="quarter" idx="21"/>
          </p:nvPr>
        </p:nvSpPr>
        <p:spPr>
          <a:xfrm>
            <a:off x="5968718" y="2388870"/>
            <a:ext cx="5502558" cy="3453130"/>
          </a:xfrm>
        </p:spPr>
        <p:txBody>
          <a:bodyPr/>
          <a:lstStyle/>
          <a:p>
            <a:r>
              <a:rPr lang="nl-NL" dirty="0"/>
              <a:t>Er zijn enkele fotoslides waarin je het beeld kunt aanpassen.</a:t>
            </a:r>
          </a:p>
          <a:p>
            <a:endParaRPr lang="nl-NL" dirty="0"/>
          </a:p>
          <a:p>
            <a:pPr marL="285750" indent="-285750">
              <a:buFont typeface="Arial" panose="020B0604020202020204" pitchFamily="34" charset="0"/>
              <a:buChar char="•"/>
            </a:pPr>
            <a:r>
              <a:rPr lang="nl-NL" dirty="0"/>
              <a:t>Er zijn een aantal standaardfoto’s toegevoegd. Vind je deze passend voor je presentatie? Dan kun je ze direct gebruiken.</a:t>
            </a:r>
          </a:p>
          <a:p>
            <a:pPr marL="285750" indent="-285750">
              <a:buFont typeface="Arial" panose="020B0604020202020204" pitchFamily="34" charset="0"/>
              <a:buChar char="•"/>
            </a:pPr>
            <a:r>
              <a:rPr lang="nl-NL" dirty="0"/>
              <a:t>Mocht je de voorgestelde foto’s niet geschikt vinden, dan kun je deze vervangen door andere beelden, bij voorkeur uit de beeldbank.</a:t>
            </a:r>
          </a:p>
          <a:p>
            <a:pPr marL="285750" indent="-285750">
              <a:buFont typeface="Arial" panose="020B0604020202020204" pitchFamily="34" charset="0"/>
              <a:buChar char="•"/>
            </a:pPr>
            <a:r>
              <a:rPr lang="nl-NL" dirty="0"/>
              <a:t>Zijn er geen passende beelden in de beeldbank? Vermeld dan altijd de bron van het gebruikte beeld.</a:t>
            </a:r>
          </a:p>
        </p:txBody>
      </p:sp>
      <p:sp>
        <p:nvSpPr>
          <p:cNvPr id="8" name="Tijdelijke aanduiding voor tekst 7">
            <a:extLst>
              <a:ext uri="{FF2B5EF4-FFF2-40B4-BE49-F238E27FC236}">
                <a16:creationId xmlns:a16="http://schemas.microsoft.com/office/drawing/2014/main" id="{2EF225B9-B152-33B5-4ECD-6116E622920B}"/>
              </a:ext>
            </a:extLst>
          </p:cNvPr>
          <p:cNvSpPr>
            <a:spLocks noGrp="1"/>
          </p:cNvSpPr>
          <p:nvPr>
            <p:ph type="body" sz="quarter" idx="24"/>
          </p:nvPr>
        </p:nvSpPr>
        <p:spPr/>
        <p:txBody>
          <a:bodyPr/>
          <a:lstStyle/>
          <a:p>
            <a:r>
              <a:rPr lang="en-GB" dirty="0"/>
              <a:t> </a:t>
            </a:r>
          </a:p>
        </p:txBody>
      </p:sp>
      <p:sp>
        <p:nvSpPr>
          <p:cNvPr id="9" name="Tijdelijke aanduiding voor tekst 8">
            <a:extLst>
              <a:ext uri="{FF2B5EF4-FFF2-40B4-BE49-F238E27FC236}">
                <a16:creationId xmlns:a16="http://schemas.microsoft.com/office/drawing/2014/main" id="{E0494F27-03A9-EEFF-5DAD-3594591BBAD1}"/>
              </a:ext>
            </a:extLst>
          </p:cNvPr>
          <p:cNvSpPr>
            <a:spLocks noGrp="1"/>
          </p:cNvSpPr>
          <p:nvPr>
            <p:ph type="body" sz="quarter" idx="25"/>
          </p:nvPr>
        </p:nvSpPr>
        <p:spPr/>
        <p:txBody>
          <a:bodyPr/>
          <a:lstStyle/>
          <a:p>
            <a:r>
              <a:rPr lang="en-GB" dirty="0"/>
              <a:t> </a:t>
            </a:r>
          </a:p>
        </p:txBody>
      </p:sp>
    </p:spTree>
    <p:extLst>
      <p:ext uri="{BB962C8B-B14F-4D97-AF65-F5344CB8AC3E}">
        <p14:creationId xmlns:p14="http://schemas.microsoft.com/office/powerpoint/2010/main" val="195764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F3BF51FB-95C9-04AA-1361-266FB68F86E2}"/>
              </a:ext>
            </a:extLst>
          </p:cNvPr>
          <p:cNvSpPr>
            <a:spLocks noGrp="1"/>
          </p:cNvSpPr>
          <p:nvPr>
            <p:ph type="body" sz="quarter" idx="13"/>
          </p:nvPr>
        </p:nvSpPr>
        <p:spPr>
          <a:xfrm>
            <a:off x="732033" y="719138"/>
            <a:ext cx="4055724" cy="632811"/>
          </a:xfrm>
        </p:spPr>
        <p:txBody>
          <a:bodyPr/>
          <a:lstStyle/>
          <a:p>
            <a:r>
              <a:rPr lang="nl-NL" dirty="0"/>
              <a:t>Voorbeeld slide met foto</a:t>
            </a:r>
          </a:p>
        </p:txBody>
      </p:sp>
      <p:sp>
        <p:nvSpPr>
          <p:cNvPr id="8" name="Tijdelijke aanduiding voor tekst 7">
            <a:extLst>
              <a:ext uri="{FF2B5EF4-FFF2-40B4-BE49-F238E27FC236}">
                <a16:creationId xmlns:a16="http://schemas.microsoft.com/office/drawing/2014/main" id="{8ADC6DFE-105F-3A83-5531-0AFC59790D68}"/>
              </a:ext>
            </a:extLst>
          </p:cNvPr>
          <p:cNvSpPr>
            <a:spLocks noGrp="1"/>
          </p:cNvSpPr>
          <p:nvPr>
            <p:ph type="body" sz="quarter" idx="24"/>
          </p:nvPr>
        </p:nvSpPr>
        <p:spPr>
          <a:xfrm>
            <a:off x="719138" y="1592263"/>
            <a:ext cx="5533744" cy="391886"/>
          </a:xfrm>
        </p:spPr>
        <p:txBody>
          <a:bodyPr/>
          <a:lstStyle/>
          <a:p>
            <a:r>
              <a:rPr lang="nl-NL" dirty="0"/>
              <a:t>Ondertitel</a:t>
            </a:r>
          </a:p>
        </p:txBody>
      </p:sp>
      <p:sp>
        <p:nvSpPr>
          <p:cNvPr id="6" name="Tijdelijke aanduiding voor tekst 5">
            <a:extLst>
              <a:ext uri="{FF2B5EF4-FFF2-40B4-BE49-F238E27FC236}">
                <a16:creationId xmlns:a16="http://schemas.microsoft.com/office/drawing/2014/main" id="{8161FE6D-AFC2-A3DB-74CD-86219A5037A8}"/>
              </a:ext>
            </a:extLst>
          </p:cNvPr>
          <p:cNvSpPr>
            <a:spLocks noGrp="1"/>
          </p:cNvSpPr>
          <p:nvPr>
            <p:ph type="body" sz="quarter" idx="21"/>
          </p:nvPr>
        </p:nvSpPr>
        <p:spPr>
          <a:xfrm>
            <a:off x="732032" y="2388870"/>
            <a:ext cx="5520850" cy="3453130"/>
          </a:xfrm>
        </p:spPr>
        <p:txBody>
          <a:bodyPr/>
          <a:lstStyle/>
          <a:p>
            <a:r>
              <a:rPr lang="nl-NL" dirty="0"/>
              <a:t>Plaats hier een korte introtekst.</a:t>
            </a:r>
          </a:p>
        </p:txBody>
      </p:sp>
      <p:sp>
        <p:nvSpPr>
          <p:cNvPr id="7" name="Tijdelijke aanduiding voor tekst 6">
            <a:extLst>
              <a:ext uri="{FF2B5EF4-FFF2-40B4-BE49-F238E27FC236}">
                <a16:creationId xmlns:a16="http://schemas.microsoft.com/office/drawing/2014/main" id="{2573D642-0CAD-AC38-40D8-440514E70F72}"/>
              </a:ext>
            </a:extLst>
          </p:cNvPr>
          <p:cNvSpPr>
            <a:spLocks noGrp="1"/>
          </p:cNvSpPr>
          <p:nvPr>
            <p:ph type="body" sz="quarter" idx="23"/>
          </p:nvPr>
        </p:nvSpPr>
        <p:spPr/>
        <p:txBody>
          <a:bodyPr/>
          <a:lstStyle/>
          <a:p>
            <a:r>
              <a:rPr lang="en-GB" dirty="0"/>
              <a:t> </a:t>
            </a:r>
          </a:p>
        </p:txBody>
      </p:sp>
      <p:sp>
        <p:nvSpPr>
          <p:cNvPr id="9" name="Tijdelijke aanduiding voor tekst 8">
            <a:extLst>
              <a:ext uri="{FF2B5EF4-FFF2-40B4-BE49-F238E27FC236}">
                <a16:creationId xmlns:a16="http://schemas.microsoft.com/office/drawing/2014/main" id="{CB9A9828-2BCC-511E-CC30-DD52755243AD}"/>
              </a:ext>
            </a:extLst>
          </p:cNvPr>
          <p:cNvSpPr>
            <a:spLocks noGrp="1"/>
          </p:cNvSpPr>
          <p:nvPr>
            <p:ph type="body" sz="quarter" idx="25"/>
          </p:nvPr>
        </p:nvSpPr>
        <p:spPr/>
        <p:txBody>
          <a:bodyPr/>
          <a:lstStyle/>
          <a:p>
            <a:r>
              <a:rPr lang="en-GB" dirty="0"/>
              <a:t> </a:t>
            </a:r>
          </a:p>
        </p:txBody>
      </p:sp>
    </p:spTree>
    <p:extLst>
      <p:ext uri="{BB962C8B-B14F-4D97-AF65-F5344CB8AC3E}">
        <p14:creationId xmlns:p14="http://schemas.microsoft.com/office/powerpoint/2010/main" val="3971609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67E71-080E-CB27-A16A-0B36F1A5886D}"/>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CA8F8203-4AC3-7DCC-88D9-0F8F4AC2FDFA}"/>
              </a:ext>
            </a:extLst>
          </p:cNvPr>
          <p:cNvSpPr>
            <a:spLocks noGrp="1"/>
          </p:cNvSpPr>
          <p:nvPr>
            <p:ph type="ctrTitle"/>
          </p:nvPr>
        </p:nvSpPr>
        <p:spPr/>
        <p:txBody>
          <a:bodyPr/>
          <a:lstStyle/>
          <a:p>
            <a:r>
              <a:rPr lang="nl-NL" sz="3200" dirty="0"/>
              <a:t>Voorbeeld tekstslide</a:t>
            </a:r>
          </a:p>
        </p:txBody>
      </p:sp>
      <p:sp>
        <p:nvSpPr>
          <p:cNvPr id="11" name="Tijdelijke aanduiding voor tekst 10">
            <a:extLst>
              <a:ext uri="{FF2B5EF4-FFF2-40B4-BE49-F238E27FC236}">
                <a16:creationId xmlns:a16="http://schemas.microsoft.com/office/drawing/2014/main" id="{26BDF849-F08F-0FA6-BB32-FA83DEE12171}"/>
              </a:ext>
            </a:extLst>
          </p:cNvPr>
          <p:cNvSpPr>
            <a:spLocks noGrp="1"/>
          </p:cNvSpPr>
          <p:nvPr>
            <p:ph type="body" sz="quarter" idx="21"/>
          </p:nvPr>
        </p:nvSpPr>
        <p:spPr/>
        <p:txBody>
          <a:bodyPr/>
          <a:lstStyle/>
          <a:p>
            <a:r>
              <a:rPr lang="nl-NL" dirty="0"/>
              <a:t>Dit is een voorbeeld van een tekstslide waarin doorlopende tekst kunt plaatsen.</a:t>
            </a:r>
          </a:p>
          <a:p>
            <a:r>
              <a:rPr lang="nl-NL" dirty="0"/>
              <a:t>De tekst schaalt automatisch als deze over het tekstvlak heen valt.</a:t>
            </a:r>
          </a:p>
          <a:p>
            <a:endParaRPr lang="nl-NL" dirty="0"/>
          </a:p>
        </p:txBody>
      </p:sp>
      <p:sp>
        <p:nvSpPr>
          <p:cNvPr id="4" name="Tijdelijke aanduiding voor tekst 3">
            <a:extLst>
              <a:ext uri="{FF2B5EF4-FFF2-40B4-BE49-F238E27FC236}">
                <a16:creationId xmlns:a16="http://schemas.microsoft.com/office/drawing/2014/main" id="{188B3B28-1355-23B5-DCAC-A974C9558E58}"/>
              </a:ext>
            </a:extLst>
          </p:cNvPr>
          <p:cNvSpPr>
            <a:spLocks noGrp="1"/>
          </p:cNvSpPr>
          <p:nvPr>
            <p:ph type="body" sz="quarter" idx="23"/>
          </p:nvPr>
        </p:nvSpPr>
        <p:spPr/>
        <p:txBody>
          <a:bodyPr/>
          <a:lstStyle/>
          <a:p>
            <a:r>
              <a:rPr lang="en-GB"/>
              <a:t> </a:t>
            </a:r>
            <a:endParaRPr lang="en-GB" dirty="0"/>
          </a:p>
        </p:txBody>
      </p:sp>
      <p:sp>
        <p:nvSpPr>
          <p:cNvPr id="5" name="Tijdelijke aanduiding voor tekst 4">
            <a:extLst>
              <a:ext uri="{FF2B5EF4-FFF2-40B4-BE49-F238E27FC236}">
                <a16:creationId xmlns:a16="http://schemas.microsoft.com/office/drawing/2014/main" id="{0D475F48-F830-646A-2050-37844439F239}"/>
              </a:ext>
            </a:extLst>
          </p:cNvPr>
          <p:cNvSpPr>
            <a:spLocks noGrp="1"/>
          </p:cNvSpPr>
          <p:nvPr>
            <p:ph type="body" sz="quarter" idx="24"/>
          </p:nvPr>
        </p:nvSpPr>
        <p:spPr/>
        <p:txBody>
          <a:bodyPr/>
          <a:lstStyle/>
          <a:p>
            <a:r>
              <a:rPr lang="en-GB"/>
              <a:t> </a:t>
            </a:r>
            <a:endParaRPr lang="en-GB" dirty="0"/>
          </a:p>
        </p:txBody>
      </p:sp>
    </p:spTree>
    <p:extLst>
      <p:ext uri="{BB962C8B-B14F-4D97-AF65-F5344CB8AC3E}">
        <p14:creationId xmlns:p14="http://schemas.microsoft.com/office/powerpoint/2010/main" val="4115054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F53F7009-DD87-2B9E-DA30-52D7BFCB3FBD}"/>
              </a:ext>
            </a:extLst>
          </p:cNvPr>
          <p:cNvSpPr>
            <a:spLocks noGrp="1"/>
          </p:cNvSpPr>
          <p:nvPr>
            <p:ph type="body" sz="quarter" idx="13"/>
          </p:nvPr>
        </p:nvSpPr>
        <p:spPr>
          <a:xfrm>
            <a:off x="732033" y="719138"/>
            <a:ext cx="3768048" cy="632811"/>
          </a:xfrm>
        </p:spPr>
        <p:txBody>
          <a:bodyPr/>
          <a:lstStyle/>
          <a:p>
            <a:r>
              <a:rPr lang="nl-NL" dirty="0"/>
              <a:t>Tekstslide met </a:t>
            </a:r>
            <a:r>
              <a:rPr lang="nl-NL" dirty="0" err="1"/>
              <a:t>avatiles</a:t>
            </a:r>
            <a:endParaRPr lang="nl-NL" dirty="0"/>
          </a:p>
        </p:txBody>
      </p:sp>
      <p:sp>
        <p:nvSpPr>
          <p:cNvPr id="7" name="Tijdelijke aanduiding voor tekst 6">
            <a:extLst>
              <a:ext uri="{FF2B5EF4-FFF2-40B4-BE49-F238E27FC236}">
                <a16:creationId xmlns:a16="http://schemas.microsoft.com/office/drawing/2014/main" id="{ABF5EC00-8DC8-222A-0A40-821E259F3901}"/>
              </a:ext>
            </a:extLst>
          </p:cNvPr>
          <p:cNvSpPr>
            <a:spLocks noGrp="1"/>
          </p:cNvSpPr>
          <p:nvPr>
            <p:ph type="body" sz="quarter" idx="23"/>
          </p:nvPr>
        </p:nvSpPr>
        <p:spPr>
          <a:xfrm>
            <a:off x="719138" y="1592263"/>
            <a:ext cx="7157700" cy="391886"/>
          </a:xfrm>
        </p:spPr>
        <p:txBody>
          <a:bodyPr/>
          <a:lstStyle/>
          <a:p>
            <a:r>
              <a:rPr lang="nl-NL" dirty="0"/>
              <a:t>Ondertitel</a:t>
            </a:r>
          </a:p>
        </p:txBody>
      </p:sp>
      <p:sp>
        <p:nvSpPr>
          <p:cNvPr id="5" name="Tijdelijke aanduiding voor tekst 4">
            <a:extLst>
              <a:ext uri="{FF2B5EF4-FFF2-40B4-BE49-F238E27FC236}">
                <a16:creationId xmlns:a16="http://schemas.microsoft.com/office/drawing/2014/main" id="{E64C0599-9DD7-E7F2-3002-B1893866EF5A}"/>
              </a:ext>
            </a:extLst>
          </p:cNvPr>
          <p:cNvSpPr>
            <a:spLocks noGrp="1"/>
          </p:cNvSpPr>
          <p:nvPr>
            <p:ph type="body" sz="quarter" idx="21"/>
          </p:nvPr>
        </p:nvSpPr>
        <p:spPr>
          <a:xfrm>
            <a:off x="732032" y="2388870"/>
            <a:ext cx="7144806" cy="3453130"/>
          </a:xfrm>
        </p:spPr>
        <p:txBody>
          <a:bodyPr/>
          <a:lstStyle/>
          <a:p>
            <a:r>
              <a:rPr lang="nl-NL" dirty="0"/>
              <a:t>Er zijn verschillende slides gemaakt om voldoende variatie in kleur en elementen toe te kunnen voegen aan je presentatie</a:t>
            </a:r>
          </a:p>
          <a:p>
            <a:pPr marL="285750" indent="-285750">
              <a:buFont typeface="Arial" panose="020B0604020202020204" pitchFamily="34" charset="0"/>
              <a:buChar char="•"/>
            </a:pPr>
            <a:r>
              <a:rPr lang="nl-NL" dirty="0"/>
              <a:t>De zogenaamde ‘</a:t>
            </a:r>
            <a:r>
              <a:rPr lang="nl-NL" dirty="0" err="1"/>
              <a:t>avatiles</a:t>
            </a:r>
            <a:r>
              <a:rPr lang="nl-NL" dirty="0"/>
              <a:t>’ (tegels) rechts op deze slide zorgen voor een verfrissende look.</a:t>
            </a:r>
          </a:p>
          <a:p>
            <a:pPr marL="285750" indent="-285750">
              <a:buFont typeface="Arial" panose="020B0604020202020204" pitchFamily="34" charset="0"/>
              <a:buChar char="•"/>
            </a:pPr>
            <a:r>
              <a:rPr lang="nl-NL" dirty="0"/>
              <a:t>De </a:t>
            </a:r>
            <a:r>
              <a:rPr lang="nl-NL" dirty="0" err="1"/>
              <a:t>avatiles</a:t>
            </a:r>
            <a:r>
              <a:rPr lang="nl-NL" dirty="0"/>
              <a:t> zijn er in een paar vooringestelde vormen. Zo kun je een samenhangend geheel maken van je presentatie zonder dat het afleidt van je boodschap.</a:t>
            </a:r>
          </a:p>
          <a:p>
            <a:endParaRPr lang="nl-NL" dirty="0"/>
          </a:p>
        </p:txBody>
      </p:sp>
      <p:sp>
        <p:nvSpPr>
          <p:cNvPr id="8" name="Tijdelijke aanduiding voor tekst 7">
            <a:extLst>
              <a:ext uri="{FF2B5EF4-FFF2-40B4-BE49-F238E27FC236}">
                <a16:creationId xmlns:a16="http://schemas.microsoft.com/office/drawing/2014/main" id="{CE973C9D-8C5A-0D19-AC8C-A5B756C51C3E}"/>
              </a:ext>
            </a:extLst>
          </p:cNvPr>
          <p:cNvSpPr>
            <a:spLocks noGrp="1"/>
          </p:cNvSpPr>
          <p:nvPr>
            <p:ph type="body" sz="quarter" idx="24"/>
          </p:nvPr>
        </p:nvSpPr>
        <p:spPr/>
        <p:txBody>
          <a:bodyPr/>
          <a:lstStyle/>
          <a:p>
            <a:r>
              <a:rPr lang="en-GB" dirty="0"/>
              <a:t> </a:t>
            </a:r>
          </a:p>
        </p:txBody>
      </p:sp>
    </p:spTree>
    <p:extLst>
      <p:ext uri="{BB962C8B-B14F-4D97-AF65-F5344CB8AC3E}">
        <p14:creationId xmlns:p14="http://schemas.microsoft.com/office/powerpoint/2010/main" val="1750749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Tijdelijke aanduiding voor afbeelding 13">
            <a:extLst>
              <a:ext uri="{FF2B5EF4-FFF2-40B4-BE49-F238E27FC236}">
                <a16:creationId xmlns:a16="http://schemas.microsoft.com/office/drawing/2014/main" id="{6B2C8357-50C9-8FED-C042-98059B96D20F}"/>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7813" b="7813"/>
          <a:stretch>
            <a:fillRect/>
          </a:stretch>
        </p:blipFill>
        <p:spPr/>
      </p:pic>
      <p:sp>
        <p:nvSpPr>
          <p:cNvPr id="6" name="Titel 5">
            <a:extLst>
              <a:ext uri="{FF2B5EF4-FFF2-40B4-BE49-F238E27FC236}">
                <a16:creationId xmlns:a16="http://schemas.microsoft.com/office/drawing/2014/main" id="{727CF8D4-EFFA-959A-D904-CB0E3B1485D5}"/>
              </a:ext>
            </a:extLst>
          </p:cNvPr>
          <p:cNvSpPr>
            <a:spLocks noGrp="1"/>
          </p:cNvSpPr>
          <p:nvPr>
            <p:ph type="title"/>
          </p:nvPr>
        </p:nvSpPr>
        <p:spPr>
          <a:xfrm>
            <a:off x="-10048" y="5049078"/>
            <a:ext cx="8731713" cy="1811038"/>
          </a:xfrm>
        </p:spPr>
        <p:txBody>
          <a:bodyPr/>
          <a:lstStyle/>
          <a:p>
            <a:r>
              <a:rPr lang="nl-NL" dirty="0"/>
              <a:t> </a:t>
            </a:r>
          </a:p>
        </p:txBody>
      </p:sp>
      <p:sp>
        <p:nvSpPr>
          <p:cNvPr id="9" name="Tijdelijke aanduiding voor tekst 8">
            <a:extLst>
              <a:ext uri="{FF2B5EF4-FFF2-40B4-BE49-F238E27FC236}">
                <a16:creationId xmlns:a16="http://schemas.microsoft.com/office/drawing/2014/main" id="{3D954454-A91F-015D-B083-CD8493003F1A}"/>
              </a:ext>
            </a:extLst>
          </p:cNvPr>
          <p:cNvSpPr>
            <a:spLocks noGrp="1"/>
          </p:cNvSpPr>
          <p:nvPr>
            <p:ph type="body" sz="quarter" idx="23"/>
          </p:nvPr>
        </p:nvSpPr>
        <p:spPr>
          <a:xfrm>
            <a:off x="501171" y="5491339"/>
            <a:ext cx="7359650" cy="1218744"/>
          </a:xfrm>
        </p:spPr>
        <p:txBody>
          <a:bodyPr/>
          <a:lstStyle/>
          <a:p>
            <a:pPr>
              <a:lnSpc>
                <a:spcPct val="80000"/>
              </a:lnSpc>
            </a:pPr>
            <a:r>
              <a:rPr lang="nl-NL" dirty="0"/>
              <a:t>Voorbeeld van een titelslide</a:t>
            </a:r>
          </a:p>
        </p:txBody>
      </p:sp>
      <p:sp>
        <p:nvSpPr>
          <p:cNvPr id="5" name="Tijdelijke aanduiding voor tekst 4">
            <a:extLst>
              <a:ext uri="{FF2B5EF4-FFF2-40B4-BE49-F238E27FC236}">
                <a16:creationId xmlns:a16="http://schemas.microsoft.com/office/drawing/2014/main" id="{8D503DE6-0FA9-E985-BCBA-5A5973C756AF}"/>
              </a:ext>
            </a:extLst>
          </p:cNvPr>
          <p:cNvSpPr>
            <a:spLocks noGrp="1"/>
          </p:cNvSpPr>
          <p:nvPr>
            <p:ph type="body" sz="quarter" idx="24"/>
          </p:nvPr>
        </p:nvSpPr>
        <p:spPr/>
        <p:txBody>
          <a:bodyPr/>
          <a:lstStyle/>
          <a:p>
            <a:r>
              <a:rPr lang="en-GB" dirty="0"/>
              <a:t> </a:t>
            </a:r>
          </a:p>
        </p:txBody>
      </p:sp>
      <p:sp>
        <p:nvSpPr>
          <p:cNvPr id="7" name="Tijdelijke aanduiding voor tekst 6">
            <a:extLst>
              <a:ext uri="{FF2B5EF4-FFF2-40B4-BE49-F238E27FC236}">
                <a16:creationId xmlns:a16="http://schemas.microsoft.com/office/drawing/2014/main" id="{681DD4E5-1E0B-D1D9-8044-24D12C24AC5D}"/>
              </a:ext>
            </a:extLst>
          </p:cNvPr>
          <p:cNvSpPr>
            <a:spLocks noGrp="1"/>
          </p:cNvSpPr>
          <p:nvPr>
            <p:ph type="body" sz="quarter" idx="25"/>
          </p:nvPr>
        </p:nvSpPr>
        <p:spPr/>
        <p:txBody>
          <a:bodyPr/>
          <a:lstStyle/>
          <a:p>
            <a:r>
              <a:rPr lang="en-GB" dirty="0"/>
              <a:t> </a:t>
            </a:r>
          </a:p>
        </p:txBody>
      </p:sp>
    </p:spTree>
    <p:extLst>
      <p:ext uri="{BB962C8B-B14F-4D97-AF65-F5344CB8AC3E}">
        <p14:creationId xmlns:p14="http://schemas.microsoft.com/office/powerpoint/2010/main" val="4238025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58516-2C96-CCD8-E40E-6EF01C4E1D2F}"/>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AE09C73C-F509-B7E1-C362-C1D7D2C27D45}"/>
              </a:ext>
            </a:extLst>
          </p:cNvPr>
          <p:cNvSpPr>
            <a:spLocks noGrp="1"/>
          </p:cNvSpPr>
          <p:nvPr>
            <p:ph type="ctrTitle"/>
          </p:nvPr>
        </p:nvSpPr>
        <p:spPr>
          <a:xfrm>
            <a:off x="703639" y="719138"/>
            <a:ext cx="10767635" cy="1432291"/>
          </a:xfrm>
        </p:spPr>
        <p:txBody>
          <a:bodyPr/>
          <a:lstStyle/>
          <a:p>
            <a:r>
              <a:rPr lang="nl-NL" sz="3200" dirty="0"/>
              <a:t>TIPS BIJ HET MAKEN VAN </a:t>
            </a:r>
            <a:br>
              <a:rPr lang="nl-NL" sz="3200" dirty="0"/>
            </a:br>
            <a:r>
              <a:rPr lang="nl-NL" sz="3200" dirty="0"/>
              <a:t>EEN POWERPOINT</a:t>
            </a:r>
          </a:p>
        </p:txBody>
      </p:sp>
      <p:sp>
        <p:nvSpPr>
          <p:cNvPr id="11" name="Tijdelijke aanduiding voor tekst 10">
            <a:extLst>
              <a:ext uri="{FF2B5EF4-FFF2-40B4-BE49-F238E27FC236}">
                <a16:creationId xmlns:a16="http://schemas.microsoft.com/office/drawing/2014/main" id="{46E4BE7E-C12F-3029-20E4-A8DE09AB129B}"/>
              </a:ext>
            </a:extLst>
          </p:cNvPr>
          <p:cNvSpPr>
            <a:spLocks noGrp="1"/>
          </p:cNvSpPr>
          <p:nvPr>
            <p:ph type="body" sz="quarter" idx="21"/>
          </p:nvPr>
        </p:nvSpPr>
        <p:spPr>
          <a:xfrm>
            <a:off x="757283" y="2179529"/>
            <a:ext cx="10752137" cy="3662471"/>
          </a:xfrm>
        </p:spPr>
        <p:txBody>
          <a:bodyPr/>
          <a:lstStyle/>
          <a:p>
            <a:pPr marL="285750" indent="-285750">
              <a:buFont typeface="Arial" panose="020B0604020202020204" pitchFamily="34" charset="0"/>
              <a:buChar char="•"/>
            </a:pPr>
            <a:r>
              <a:rPr lang="nl-NL" dirty="0"/>
              <a:t>Houd de tekst eenvoudig.</a:t>
            </a:r>
          </a:p>
          <a:p>
            <a:pPr marL="285750" indent="-285750">
              <a:buFont typeface="Arial" panose="020B0604020202020204" pitchFamily="34" charset="0"/>
              <a:buChar char="•"/>
            </a:pPr>
            <a:r>
              <a:rPr lang="nl-NL" dirty="0"/>
              <a:t>Gebruik de 1-6-6 regel:</a:t>
            </a:r>
          </a:p>
          <a:p>
            <a:pPr marL="177800" lvl="1" indent="0">
              <a:buClr>
                <a:schemeClr val="tx1"/>
              </a:buClr>
              <a:buNone/>
            </a:pPr>
            <a:r>
              <a:rPr lang="nl-NL" dirty="0">
                <a:solidFill>
                  <a:sysClr val="windowText" lastClr="000000"/>
                </a:solidFill>
              </a:rPr>
              <a:t>- 1 idee per slide</a:t>
            </a:r>
          </a:p>
          <a:p>
            <a:pPr marL="177800" lvl="1" indent="0">
              <a:buClr>
                <a:schemeClr val="tx1"/>
              </a:buClr>
              <a:buNone/>
            </a:pPr>
            <a:r>
              <a:rPr lang="nl-NL" dirty="0">
                <a:solidFill>
                  <a:sysClr val="windowText" lastClr="000000"/>
                </a:solidFill>
              </a:rPr>
              <a:t>- 6 regels tekst of opsommingstekens (maximaal)</a:t>
            </a:r>
          </a:p>
          <a:p>
            <a:pPr marL="177800" lvl="1" indent="0">
              <a:buClr>
                <a:schemeClr val="tx1"/>
              </a:buClr>
              <a:buNone/>
            </a:pPr>
            <a:r>
              <a:rPr lang="nl-NL" dirty="0">
                <a:solidFill>
                  <a:sysClr val="windowText" lastClr="000000"/>
                </a:solidFill>
              </a:rPr>
              <a:t>- 6 woorden per regel (maximaal)</a:t>
            </a:r>
          </a:p>
          <a:p>
            <a:pPr marL="285750" indent="-285750">
              <a:buFont typeface="Arial" panose="020B0604020202020204" pitchFamily="34" charset="0"/>
              <a:buChar char="•"/>
            </a:pPr>
            <a:r>
              <a:rPr lang="nl-NL" dirty="0"/>
              <a:t>Gebruik steekwoorden en concentreer je op de kernboodschap.</a:t>
            </a:r>
          </a:p>
          <a:p>
            <a:pPr marL="285750" indent="-285750">
              <a:buFont typeface="Arial" panose="020B0604020202020204" pitchFamily="34" charset="0"/>
              <a:buChar char="•"/>
            </a:pPr>
            <a:r>
              <a:rPr lang="nl-NL" dirty="0"/>
              <a:t>Wissel af tussen tekst en beeld.</a:t>
            </a:r>
          </a:p>
          <a:p>
            <a:pPr marL="285750" indent="-285750">
              <a:buFont typeface="Arial" panose="020B0604020202020204" pitchFamily="34" charset="0"/>
              <a:buChar char="•"/>
            </a:pPr>
            <a:r>
              <a:rPr lang="nl-NL" dirty="0"/>
              <a:t>Afbeeldingen met een lage resolutie leiden af.</a:t>
            </a:r>
          </a:p>
          <a:p>
            <a:pPr marL="285750" indent="-285750">
              <a:buFont typeface="Arial" panose="020B0604020202020204" pitchFamily="34" charset="0"/>
              <a:buChar char="•"/>
            </a:pPr>
            <a:r>
              <a:rPr lang="nl-NL" dirty="0"/>
              <a:t>Eindig met het versterken van je hoofdboodschap.</a:t>
            </a:r>
          </a:p>
          <a:p>
            <a:pPr marL="285750" indent="-285750">
              <a:buFont typeface="Arial" panose="020B0604020202020204" pitchFamily="34" charset="0"/>
              <a:buChar char="•"/>
            </a:pPr>
            <a:endParaRPr lang="nl-NL" dirty="0"/>
          </a:p>
        </p:txBody>
      </p:sp>
      <p:sp>
        <p:nvSpPr>
          <p:cNvPr id="4" name="Tijdelijke aanduiding voor tekst 3">
            <a:extLst>
              <a:ext uri="{FF2B5EF4-FFF2-40B4-BE49-F238E27FC236}">
                <a16:creationId xmlns:a16="http://schemas.microsoft.com/office/drawing/2014/main" id="{8AA75701-A08F-A874-71B7-0C47ADD85FE3}"/>
              </a:ext>
            </a:extLst>
          </p:cNvPr>
          <p:cNvSpPr>
            <a:spLocks noGrp="1"/>
          </p:cNvSpPr>
          <p:nvPr>
            <p:ph type="body" sz="quarter" idx="23"/>
          </p:nvPr>
        </p:nvSpPr>
        <p:spPr/>
        <p:txBody>
          <a:bodyPr/>
          <a:lstStyle/>
          <a:p>
            <a:r>
              <a:rPr lang="en-GB" dirty="0"/>
              <a:t> </a:t>
            </a:r>
          </a:p>
        </p:txBody>
      </p:sp>
      <p:sp>
        <p:nvSpPr>
          <p:cNvPr id="5" name="Tijdelijke aanduiding voor tekst 4">
            <a:extLst>
              <a:ext uri="{FF2B5EF4-FFF2-40B4-BE49-F238E27FC236}">
                <a16:creationId xmlns:a16="http://schemas.microsoft.com/office/drawing/2014/main" id="{B7EDB2E6-28AB-EECA-3515-349ABDAE442D}"/>
              </a:ext>
            </a:extLst>
          </p:cNvPr>
          <p:cNvSpPr>
            <a:spLocks noGrp="1"/>
          </p:cNvSpPr>
          <p:nvPr>
            <p:ph type="body" sz="quarter" idx="24"/>
          </p:nvPr>
        </p:nvSpPr>
        <p:spPr/>
        <p:txBody>
          <a:bodyPr/>
          <a:lstStyle/>
          <a:p>
            <a:r>
              <a:rPr lang="en-GB" dirty="0"/>
              <a:t> </a:t>
            </a:r>
          </a:p>
        </p:txBody>
      </p:sp>
    </p:spTree>
    <p:extLst>
      <p:ext uri="{BB962C8B-B14F-4D97-AF65-F5344CB8AC3E}">
        <p14:creationId xmlns:p14="http://schemas.microsoft.com/office/powerpoint/2010/main" val="490030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7AABB78A-ABEA-5010-DDEE-381D4F83F71C}"/>
              </a:ext>
            </a:extLst>
          </p:cNvPr>
          <p:cNvSpPr>
            <a:spLocks noGrp="1"/>
          </p:cNvSpPr>
          <p:nvPr>
            <p:ph type="ctrTitle"/>
          </p:nvPr>
        </p:nvSpPr>
        <p:spPr>
          <a:xfrm>
            <a:off x="703640" y="719138"/>
            <a:ext cx="7678360" cy="1306397"/>
          </a:xfrm>
        </p:spPr>
        <p:txBody>
          <a:bodyPr/>
          <a:lstStyle/>
          <a:p>
            <a:r>
              <a:rPr lang="nl-NL" dirty="0"/>
              <a:t>TIJD OM AAN DE SLAG TE GAAN!</a:t>
            </a:r>
          </a:p>
        </p:txBody>
      </p:sp>
      <p:sp>
        <p:nvSpPr>
          <p:cNvPr id="7" name="Tijdelijke aanduiding voor tekst 6">
            <a:extLst>
              <a:ext uri="{FF2B5EF4-FFF2-40B4-BE49-F238E27FC236}">
                <a16:creationId xmlns:a16="http://schemas.microsoft.com/office/drawing/2014/main" id="{5ABA73D5-B573-A5E9-77E1-58E58E026574}"/>
              </a:ext>
            </a:extLst>
          </p:cNvPr>
          <p:cNvSpPr>
            <a:spLocks noGrp="1"/>
          </p:cNvSpPr>
          <p:nvPr>
            <p:ph type="body" sz="quarter" idx="21"/>
          </p:nvPr>
        </p:nvSpPr>
        <p:spPr>
          <a:xfrm>
            <a:off x="719138" y="2340004"/>
            <a:ext cx="6199981" cy="2593480"/>
          </a:xfrm>
        </p:spPr>
        <p:txBody>
          <a:bodyPr/>
          <a:lstStyle/>
          <a:p>
            <a:r>
              <a:rPr lang="nl-NL" dirty="0"/>
              <a:t>Benieuwd? Probeer het zelf eens uit.</a:t>
            </a:r>
            <a:br>
              <a:rPr lang="nl-NL" dirty="0"/>
            </a:br>
            <a:r>
              <a:rPr lang="nl-NL" dirty="0"/>
              <a:t>Voeg nieuwe slides toe via ‘indeling’ of ‘nieuwe dia’, daar staan de slides op categorie voor je klaar.</a:t>
            </a:r>
          </a:p>
        </p:txBody>
      </p:sp>
    </p:spTree>
    <p:extLst>
      <p:ext uri="{BB962C8B-B14F-4D97-AF65-F5344CB8AC3E}">
        <p14:creationId xmlns:p14="http://schemas.microsoft.com/office/powerpoint/2010/main" val="2671889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theme/theme1.xml><?xml version="1.0" encoding="utf-8"?>
<a:theme xmlns:a="http://schemas.openxmlformats.org/drawingml/2006/main" name="Opening slides">
  <a:themeElements>
    <a:clrScheme name="STARTDOCUMENTEN">
      <a:dk1>
        <a:srgbClr val="000000"/>
      </a:dk1>
      <a:lt1>
        <a:srgbClr val="FFFFFF"/>
      </a:lt1>
      <a:dk2>
        <a:srgbClr val="4D4D4D"/>
      </a:dk2>
      <a:lt2>
        <a:srgbClr val="DDDDDD"/>
      </a:lt2>
      <a:accent1>
        <a:srgbClr val="C6002A"/>
      </a:accent1>
      <a:accent2>
        <a:srgbClr val="FF0013"/>
      </a:accent2>
      <a:accent3>
        <a:srgbClr val="FF5200"/>
      </a:accent3>
      <a:accent4>
        <a:srgbClr val="DFBEFF"/>
      </a:accent4>
      <a:accent5>
        <a:srgbClr val="0099FF"/>
      </a:accent5>
      <a:accent6>
        <a:srgbClr val="001A6A"/>
      </a:accent6>
      <a:hlink>
        <a:srgbClr val="191C16"/>
      </a:hlink>
      <a:folHlink>
        <a:srgbClr val="1FF524"/>
      </a:folHlink>
    </a:clrScheme>
    <a:fontScheme name="Aangepast 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Avans Template NL" id="{A2B8F6E9-8C91-094E-804A-DB03B7369965}" vid="{9F714EA2-1BE6-064C-BA05-D8F38B9BC58F}"/>
    </a:ext>
  </a:extLst>
</a:theme>
</file>

<file path=ppt/theme/theme2.xml><?xml version="1.0" encoding="utf-8"?>
<a:theme xmlns:a="http://schemas.openxmlformats.org/drawingml/2006/main" name="Titel slides">
  <a:themeElements>
    <a:clrScheme name="STARTDOCUMENTEN">
      <a:dk1>
        <a:srgbClr val="000000"/>
      </a:dk1>
      <a:lt1>
        <a:srgbClr val="FFFFFF"/>
      </a:lt1>
      <a:dk2>
        <a:srgbClr val="4D4D4D"/>
      </a:dk2>
      <a:lt2>
        <a:srgbClr val="DDDDDD"/>
      </a:lt2>
      <a:accent1>
        <a:srgbClr val="C6002A"/>
      </a:accent1>
      <a:accent2>
        <a:srgbClr val="FF0013"/>
      </a:accent2>
      <a:accent3>
        <a:srgbClr val="FF5200"/>
      </a:accent3>
      <a:accent4>
        <a:srgbClr val="DFBEFF"/>
      </a:accent4>
      <a:accent5>
        <a:srgbClr val="0099FF"/>
      </a:accent5>
      <a:accent6>
        <a:srgbClr val="001A6A"/>
      </a:accent6>
      <a:hlink>
        <a:srgbClr val="191C16"/>
      </a:hlink>
      <a:folHlink>
        <a:srgbClr val="1FF524"/>
      </a:folHlink>
    </a:clrScheme>
    <a:fontScheme name="Avans Hogeschool">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Avans Template NL" id="{A2B8F6E9-8C91-094E-804A-DB03B7369965}" vid="{79ADE9A9-E18F-F04D-A1A9-58935E610912}"/>
    </a:ext>
  </a:extLst>
</a:theme>
</file>

<file path=ppt/theme/theme3.xml><?xml version="1.0" encoding="utf-8"?>
<a:theme xmlns:a="http://schemas.openxmlformats.org/drawingml/2006/main" name="Agenda">
  <a:themeElements>
    <a:clrScheme name="STARTDOCUMENTEN">
      <a:dk1>
        <a:srgbClr val="000000"/>
      </a:dk1>
      <a:lt1>
        <a:srgbClr val="FFFFFF"/>
      </a:lt1>
      <a:dk2>
        <a:srgbClr val="4D4D4D"/>
      </a:dk2>
      <a:lt2>
        <a:srgbClr val="DDDDDD"/>
      </a:lt2>
      <a:accent1>
        <a:srgbClr val="C6002A"/>
      </a:accent1>
      <a:accent2>
        <a:srgbClr val="FF0013"/>
      </a:accent2>
      <a:accent3>
        <a:srgbClr val="FF5200"/>
      </a:accent3>
      <a:accent4>
        <a:srgbClr val="DFBEFF"/>
      </a:accent4>
      <a:accent5>
        <a:srgbClr val="0099FF"/>
      </a:accent5>
      <a:accent6>
        <a:srgbClr val="001A6A"/>
      </a:accent6>
      <a:hlink>
        <a:srgbClr val="191C16"/>
      </a:hlink>
      <a:folHlink>
        <a:srgbClr val="1FF524"/>
      </a:folHlink>
    </a:clrScheme>
    <a:fontScheme name="Avans Hogeschool">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Avans Template NL" id="{A2B8F6E9-8C91-094E-804A-DB03B7369965}" vid="{B9FC53ED-A97F-2548-BF97-F8EE34A94275}"/>
    </a:ext>
  </a:extLst>
</a:theme>
</file>

<file path=ppt/theme/theme4.xml><?xml version="1.0" encoding="utf-8"?>
<a:theme xmlns:a="http://schemas.openxmlformats.org/drawingml/2006/main" name="Blanco slides">
  <a:themeElements>
    <a:clrScheme name="STARTDOCUMENTEN">
      <a:dk1>
        <a:srgbClr val="000000"/>
      </a:dk1>
      <a:lt1>
        <a:srgbClr val="FFFFFF"/>
      </a:lt1>
      <a:dk2>
        <a:srgbClr val="4D4D4D"/>
      </a:dk2>
      <a:lt2>
        <a:srgbClr val="DDDDDD"/>
      </a:lt2>
      <a:accent1>
        <a:srgbClr val="C6002A"/>
      </a:accent1>
      <a:accent2>
        <a:srgbClr val="FF0013"/>
      </a:accent2>
      <a:accent3>
        <a:srgbClr val="FF5200"/>
      </a:accent3>
      <a:accent4>
        <a:srgbClr val="DFBEFF"/>
      </a:accent4>
      <a:accent5>
        <a:srgbClr val="0099FF"/>
      </a:accent5>
      <a:accent6>
        <a:srgbClr val="001A6A"/>
      </a:accent6>
      <a:hlink>
        <a:srgbClr val="191C16"/>
      </a:hlink>
      <a:folHlink>
        <a:srgbClr val="1FF524"/>
      </a:folHlink>
    </a:clrScheme>
    <a:fontScheme name="Avans Hogeschool">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Avans Template NL" id="{A2B8F6E9-8C91-094E-804A-DB03B7369965}" vid="{7AD96A56-2A7B-9A4B-92EA-9FF59D7427C6}"/>
    </a:ext>
  </a:extLst>
</a:theme>
</file>

<file path=ppt/theme/theme5.xml><?xml version="1.0" encoding="utf-8"?>
<a:theme xmlns:a="http://schemas.openxmlformats.org/drawingml/2006/main" name="Kleur slides">
  <a:themeElements>
    <a:clrScheme name="STARTDOCUMENTEN">
      <a:dk1>
        <a:srgbClr val="000000"/>
      </a:dk1>
      <a:lt1>
        <a:srgbClr val="FFFFFF"/>
      </a:lt1>
      <a:dk2>
        <a:srgbClr val="4D4D4D"/>
      </a:dk2>
      <a:lt2>
        <a:srgbClr val="DDDDDD"/>
      </a:lt2>
      <a:accent1>
        <a:srgbClr val="C6002A"/>
      </a:accent1>
      <a:accent2>
        <a:srgbClr val="FF0013"/>
      </a:accent2>
      <a:accent3>
        <a:srgbClr val="FF5200"/>
      </a:accent3>
      <a:accent4>
        <a:srgbClr val="DFBEFF"/>
      </a:accent4>
      <a:accent5>
        <a:srgbClr val="0099FF"/>
      </a:accent5>
      <a:accent6>
        <a:srgbClr val="001A6A"/>
      </a:accent6>
      <a:hlink>
        <a:srgbClr val="191C16"/>
      </a:hlink>
      <a:folHlink>
        <a:srgbClr val="1FF524"/>
      </a:folHlink>
    </a:clrScheme>
    <a:fontScheme name="Avans Hogeschool">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Avans Template NL" id="{A2B8F6E9-8C91-094E-804A-DB03B7369965}" vid="{BC5C3BBA-BDAE-4345-8C35-CBA579BBD851}"/>
    </a:ext>
  </a:extLst>
</a:theme>
</file>

<file path=ppt/theme/theme6.xml><?xml version="1.0" encoding="utf-8"?>
<a:theme xmlns:a="http://schemas.openxmlformats.org/drawingml/2006/main" name="Tekst / foto slides">
  <a:themeElements>
    <a:clrScheme name="STARTDOCUMENTEN">
      <a:dk1>
        <a:srgbClr val="000000"/>
      </a:dk1>
      <a:lt1>
        <a:srgbClr val="FFFFFF"/>
      </a:lt1>
      <a:dk2>
        <a:srgbClr val="4D4D4D"/>
      </a:dk2>
      <a:lt2>
        <a:srgbClr val="DDDDDD"/>
      </a:lt2>
      <a:accent1>
        <a:srgbClr val="C6002A"/>
      </a:accent1>
      <a:accent2>
        <a:srgbClr val="FF0013"/>
      </a:accent2>
      <a:accent3>
        <a:srgbClr val="FF5200"/>
      </a:accent3>
      <a:accent4>
        <a:srgbClr val="DFBEFF"/>
      </a:accent4>
      <a:accent5>
        <a:srgbClr val="0099FF"/>
      </a:accent5>
      <a:accent6>
        <a:srgbClr val="001A6A"/>
      </a:accent6>
      <a:hlink>
        <a:srgbClr val="191C16"/>
      </a:hlink>
      <a:folHlink>
        <a:srgbClr val="1FF524"/>
      </a:folHlink>
    </a:clrScheme>
    <a:fontScheme name="Avans Hogeschool">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Avans Template NL" id="{A2B8F6E9-8C91-094E-804A-DB03B7369965}" vid="{F7B4A51C-E889-C84F-AF1B-43A10CC17793}"/>
    </a:ext>
  </a:extLst>
</a:theme>
</file>

<file path=ppt/theme/theme7.xml><?xml version="1.0" encoding="utf-8"?>
<a:theme xmlns:a="http://schemas.openxmlformats.org/drawingml/2006/main" name="Eind slides">
  <a:themeElements>
    <a:clrScheme name="STARTDOCUMENTEN">
      <a:dk1>
        <a:srgbClr val="000000"/>
      </a:dk1>
      <a:lt1>
        <a:srgbClr val="FFFFFF"/>
      </a:lt1>
      <a:dk2>
        <a:srgbClr val="4D4D4D"/>
      </a:dk2>
      <a:lt2>
        <a:srgbClr val="DDDDDD"/>
      </a:lt2>
      <a:accent1>
        <a:srgbClr val="C6002A"/>
      </a:accent1>
      <a:accent2>
        <a:srgbClr val="FF0013"/>
      </a:accent2>
      <a:accent3>
        <a:srgbClr val="FF5200"/>
      </a:accent3>
      <a:accent4>
        <a:srgbClr val="DFBEFF"/>
      </a:accent4>
      <a:accent5>
        <a:srgbClr val="0099FF"/>
      </a:accent5>
      <a:accent6>
        <a:srgbClr val="001A6A"/>
      </a:accent6>
      <a:hlink>
        <a:srgbClr val="191C16"/>
      </a:hlink>
      <a:folHlink>
        <a:srgbClr val="1FF524"/>
      </a:folHlink>
    </a:clrScheme>
    <a:fontScheme name="Avans Hogeschool">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Avans Template NL" id="{A2B8F6E9-8C91-094E-804A-DB03B7369965}" vid="{3E943527-BAB2-F748-991A-9D59549C6F07}"/>
    </a:ext>
  </a:extLst>
</a:theme>
</file>

<file path=ppt/theme/theme8.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51A5CA68E9A294AA81C7FF4416ADC30" ma:contentTypeVersion="6" ma:contentTypeDescription="Een nieuw document maken." ma:contentTypeScope="" ma:versionID="0fd555c8e6dcee3f776ba42984c253f8">
  <xsd:schema xmlns:xsd="http://www.w3.org/2001/XMLSchema" xmlns:xs="http://www.w3.org/2001/XMLSchema" xmlns:p="http://schemas.microsoft.com/office/2006/metadata/properties" xmlns:ns2="b7351577-becb-4ca4-965b-7c206f26c098" xmlns:ns3="304a8f4e-c532-4974-a023-343d0ce03869" targetNamespace="http://schemas.microsoft.com/office/2006/metadata/properties" ma:root="true" ma:fieldsID="9da3546b217f8122a941ebccfd73b3ab" ns2:_="" ns3:_="">
    <xsd:import namespace="b7351577-becb-4ca4-965b-7c206f26c098"/>
    <xsd:import namespace="304a8f4e-c532-4974-a023-343d0ce0386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351577-becb-4ca4-965b-7c206f26c0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04a8f4e-c532-4974-a023-343d0ce03869" elementFormDefault="qualified">
    <xsd:import namespace="http://schemas.microsoft.com/office/2006/documentManagement/types"/>
    <xsd:import namespace="http://schemas.microsoft.com/office/infopath/2007/PartnerControls"/>
    <xsd:element name="SharedWithUsers" ma:index="10"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876937-E571-427A-8440-9CB078C0B99E}">
  <ds:schemaRefs>
    <ds:schemaRef ds:uri="http://schemas.microsoft.com/office/2006/documentManagement/types"/>
    <ds:schemaRef ds:uri="dcd00c62-c859-44ba-a1f7-d25faaf09ba8"/>
    <ds:schemaRef ds:uri="http://schemas.microsoft.com/office/2006/metadata/properties"/>
    <ds:schemaRef ds:uri="http://purl.org/dc/terms/"/>
    <ds:schemaRef ds:uri="http://purl.org/dc/dcmitype/"/>
    <ds:schemaRef ds:uri="http://purl.org/dc/elements/1.1/"/>
    <ds:schemaRef ds:uri="http://schemas.openxmlformats.org/package/2006/metadata/core-properties"/>
    <ds:schemaRef ds:uri="http://schemas.microsoft.com/office/infopath/2007/PartnerControls"/>
    <ds:schemaRef ds:uri="ff793d7b-4f7a-4ad3-b770-d56ddfe205a7"/>
    <ds:schemaRef ds:uri="http://www.w3.org/XML/1998/namespace"/>
  </ds:schemaRefs>
</ds:datastoreItem>
</file>

<file path=customXml/itemProps2.xml><?xml version="1.0" encoding="utf-8"?>
<ds:datastoreItem xmlns:ds="http://schemas.openxmlformats.org/officeDocument/2006/customXml" ds:itemID="{897C06D5-8F3F-4FAB-9504-D7913158BB23}">
  <ds:schemaRefs>
    <ds:schemaRef ds:uri="http://schemas.microsoft.com/sharepoint/v3/contenttype/forms"/>
  </ds:schemaRefs>
</ds:datastoreItem>
</file>

<file path=customXml/itemProps3.xml><?xml version="1.0" encoding="utf-8"?>
<ds:datastoreItem xmlns:ds="http://schemas.openxmlformats.org/officeDocument/2006/customXml" ds:itemID="{239F6142-2EBA-4CE2-B29E-A4E1A3BDBD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351577-becb-4ca4-965b-7c206f26c098"/>
    <ds:schemaRef ds:uri="304a8f4e-c532-4974-a023-343d0ce038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Opening slides</Template>
  <TotalTime>0</TotalTime>
  <Words>803</Words>
  <Application>Microsoft Macintosh PowerPoint</Application>
  <PresentationFormat>Widescreen</PresentationFormat>
  <Paragraphs>83</Paragraphs>
  <Slides>15</Slides>
  <Notes>0</Notes>
  <HiddenSlides>0</HiddenSlides>
  <MMClips>0</MMClips>
  <ScaleCrop>false</ScaleCrop>
  <HeadingPairs>
    <vt:vector size="6" baseType="variant">
      <vt:variant>
        <vt:lpstr>Fonts Used</vt:lpstr>
      </vt:variant>
      <vt:variant>
        <vt:i4>4</vt:i4>
      </vt:variant>
      <vt:variant>
        <vt:lpstr>Theme</vt:lpstr>
      </vt:variant>
      <vt:variant>
        <vt:i4>7</vt:i4>
      </vt:variant>
      <vt:variant>
        <vt:lpstr>Slide Titles</vt:lpstr>
      </vt:variant>
      <vt:variant>
        <vt:i4>15</vt:i4>
      </vt:variant>
    </vt:vector>
  </HeadingPairs>
  <TitlesOfParts>
    <vt:vector size="26" baseType="lpstr">
      <vt:lpstr>Arial</vt:lpstr>
      <vt:lpstr>Arial Narrow</vt:lpstr>
      <vt:lpstr>Calibri</vt:lpstr>
      <vt:lpstr>Segoe UI Light</vt:lpstr>
      <vt:lpstr>Opening slides</vt:lpstr>
      <vt:lpstr>Titel slides</vt:lpstr>
      <vt:lpstr>Agenda</vt:lpstr>
      <vt:lpstr>Blanco slides</vt:lpstr>
      <vt:lpstr>Kleur slides</vt:lpstr>
      <vt:lpstr>Tekst / foto slides</vt:lpstr>
      <vt:lpstr>Eind slides</vt:lpstr>
      <vt:lpstr>POWERPOINT MASTER TEMPLATE</vt:lpstr>
      <vt:lpstr>INLEIDING</vt:lpstr>
      <vt:lpstr>LEGENDA</vt:lpstr>
      <vt:lpstr>PowerPoint Presentation</vt:lpstr>
      <vt:lpstr>ontwerpregels</vt:lpstr>
      <vt:lpstr>ontwerpregels</vt:lpstr>
      <vt:lpstr>CONSISTENTIE &amp; CREATIVITEIT</vt:lpstr>
      <vt:lpstr>Slide voorbeelden</vt:lpstr>
      <vt:lpstr>PowerPoint Presentation</vt:lpstr>
      <vt:lpstr>PowerPoint Presentation</vt:lpstr>
      <vt:lpstr>Voorbeeld tekstslide</vt:lpstr>
      <vt:lpstr>PowerPoint Presentation</vt:lpstr>
      <vt:lpstr> </vt:lpstr>
      <vt:lpstr>TIPS BIJ HET MAKEN VAN  EEN POWERPOINT</vt:lpstr>
      <vt:lpstr>TIJD OM AAN DE SLAG TE GAAN!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Stefan van Dockum</dc:creator>
  <cp:keywords>www.pptsolutions.nl</cp:keywords>
  <cp:lastModifiedBy>Stefan van Dockum</cp:lastModifiedBy>
  <cp:revision>1</cp:revision>
  <dcterms:created xsi:type="dcterms:W3CDTF">2026-09-07T09:26:23Z</dcterms:created>
  <dcterms:modified xsi:type="dcterms:W3CDTF">2026-09-07T09:26:47Z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0x010100151A5CA68E9A294AA81C7FF4416ADC30</vt:lpwstr>
  </property>
</Properties>
</file>